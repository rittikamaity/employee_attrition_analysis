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222" r:id="rId1"/>
  </p:sldMasterIdLst>
  <p:notesMasterIdLst>
    <p:notesMasterId r:id="rId23"/>
  </p:notesMasterIdLst>
  <p:sldIdLst>
    <p:sldId id="278" r:id="rId2"/>
    <p:sldId id="279" r:id="rId3"/>
    <p:sldId id="280" r:id="rId4"/>
    <p:sldId id="259" r:id="rId5"/>
    <p:sldId id="261" r:id="rId6"/>
    <p:sldId id="262" r:id="rId7"/>
    <p:sldId id="263" r:id="rId8"/>
    <p:sldId id="281" r:id="rId9"/>
    <p:sldId id="266" r:id="rId10"/>
    <p:sldId id="265" r:id="rId11"/>
    <p:sldId id="271" r:id="rId12"/>
    <p:sldId id="272" r:id="rId13"/>
    <p:sldId id="273" r:id="rId14"/>
    <p:sldId id="274" r:id="rId15"/>
    <p:sldId id="275" r:id="rId16"/>
    <p:sldId id="276" r:id="rId17"/>
    <p:sldId id="277" r:id="rId18"/>
    <p:sldId id="267" r:id="rId19"/>
    <p:sldId id="264" r:id="rId20"/>
    <p:sldId id="282" r:id="rId21"/>
    <p:sldId id="283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76F9EF5-21E0-4E7E-A71A-1FE68B254AA3}" v="105" dt="2026-07-18T08:20:40.69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17" autoAdjust="0"/>
    <p:restoredTop sz="94660"/>
  </p:normalViewPr>
  <p:slideViewPr>
    <p:cSldViewPr snapToGrid="0">
      <p:cViewPr>
        <p:scale>
          <a:sx n="58" d="100"/>
          <a:sy n="58" d="100"/>
        </p:scale>
        <p:origin x="1104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ttika maity" userId="828310bd016f3a07" providerId="LiveId" clId="{5ABEB0C5-DA3F-4DEF-989E-398DB7726EB2}"/>
    <pc:docChg chg="undo redo custSel addSld delSld modSld sldOrd modMainMaster">
      <pc:chgData name="rittika maity" userId="828310bd016f3a07" providerId="LiveId" clId="{5ABEB0C5-DA3F-4DEF-989E-398DB7726EB2}" dt="2026-07-18T08:33:30.433" v="3195" actId="47"/>
      <pc:docMkLst>
        <pc:docMk/>
      </pc:docMkLst>
      <pc:sldChg chg="addSp modSp del mod modTransition">
        <pc:chgData name="rittika maity" userId="828310bd016f3a07" providerId="LiveId" clId="{5ABEB0C5-DA3F-4DEF-989E-398DB7726EB2}" dt="2026-07-18T08:33:30.433" v="3195" actId="47"/>
        <pc:sldMkLst>
          <pc:docMk/>
          <pc:sldMk cId="2354580743" sldId="256"/>
        </pc:sldMkLst>
        <pc:spChg chg="add mod">
          <ac:chgData name="rittika maity" userId="828310bd016f3a07" providerId="LiveId" clId="{5ABEB0C5-DA3F-4DEF-989E-398DB7726EB2}" dt="2026-07-11T02:55:47.546" v="39" actId="14100"/>
          <ac:spMkLst>
            <pc:docMk/>
            <pc:sldMk cId="2354580743" sldId="256"/>
            <ac:spMk id="2" creationId="{01FBBED1-A31B-4C8A-C117-5C2B040A3597}"/>
          </ac:spMkLst>
        </pc:spChg>
        <pc:spChg chg="mod">
          <ac:chgData name="rittika maity" userId="828310bd016f3a07" providerId="LiveId" clId="{5ABEB0C5-DA3F-4DEF-989E-398DB7726EB2}" dt="2026-07-11T02:55:17.393" v="31" actId="1076"/>
          <ac:spMkLst>
            <pc:docMk/>
            <pc:sldMk cId="2354580743" sldId="256"/>
            <ac:spMk id="5" creationId="{DD18E9C5-FACD-F95C-A268-4CCAE3E4F048}"/>
          </ac:spMkLst>
        </pc:spChg>
        <pc:spChg chg="mod">
          <ac:chgData name="rittika maity" userId="828310bd016f3a07" providerId="LiveId" clId="{5ABEB0C5-DA3F-4DEF-989E-398DB7726EB2}" dt="2026-07-11T01:58:58.410" v="0" actId="207"/>
          <ac:spMkLst>
            <pc:docMk/>
            <pc:sldMk cId="2354580743" sldId="256"/>
            <ac:spMk id="31" creationId="{55C82350-5CC4-8CD7-40BC-E8A8DC249372}"/>
          </ac:spMkLst>
        </pc:spChg>
        <pc:spChg chg="mod">
          <ac:chgData name="rittika maity" userId="828310bd016f3a07" providerId="LiveId" clId="{5ABEB0C5-DA3F-4DEF-989E-398DB7726EB2}" dt="2026-07-11T02:00:02.907" v="3" actId="207"/>
          <ac:spMkLst>
            <pc:docMk/>
            <pc:sldMk cId="2354580743" sldId="256"/>
            <ac:spMk id="37" creationId="{452741E5-8D8B-75F2-151E-27D67C6FA86E}"/>
          </ac:spMkLst>
        </pc:spChg>
        <pc:graphicFrameChg chg="modGraphic">
          <ac:chgData name="rittika maity" userId="828310bd016f3a07" providerId="LiveId" clId="{5ABEB0C5-DA3F-4DEF-989E-398DB7726EB2}" dt="2026-07-11T02:00:30.732" v="4" actId="207"/>
          <ac:graphicFrameMkLst>
            <pc:docMk/>
            <pc:sldMk cId="2354580743" sldId="256"/>
            <ac:graphicFrameMk id="11" creationId="{A0A79C93-897C-1F9F-801F-E2DA7AE8A5D5}"/>
          </ac:graphicFrameMkLst>
        </pc:graphicFrameChg>
      </pc:sldChg>
      <pc:sldChg chg="addSp modSp del mod modTransition">
        <pc:chgData name="rittika maity" userId="828310bd016f3a07" providerId="LiveId" clId="{5ABEB0C5-DA3F-4DEF-989E-398DB7726EB2}" dt="2026-07-18T08:33:20.392" v="3194" actId="47"/>
        <pc:sldMkLst>
          <pc:docMk/>
          <pc:sldMk cId="3046956857" sldId="257"/>
        </pc:sldMkLst>
        <pc:spChg chg="mod">
          <ac:chgData name="rittika maity" userId="828310bd016f3a07" providerId="LiveId" clId="{5ABEB0C5-DA3F-4DEF-989E-398DB7726EB2}" dt="2026-07-11T03:02:13.141" v="77" actId="14100"/>
          <ac:spMkLst>
            <pc:docMk/>
            <pc:sldMk cId="3046956857" sldId="257"/>
            <ac:spMk id="3" creationId="{BAD20233-1A52-D820-AB5D-4D28D72826BE}"/>
          </ac:spMkLst>
        </pc:spChg>
        <pc:spChg chg="mod">
          <ac:chgData name="rittika maity" userId="828310bd016f3a07" providerId="LiveId" clId="{5ABEB0C5-DA3F-4DEF-989E-398DB7726EB2}" dt="2026-07-11T07:00:07.591" v="2210" actId="20577"/>
          <ac:spMkLst>
            <pc:docMk/>
            <pc:sldMk cId="3046956857" sldId="257"/>
            <ac:spMk id="4" creationId="{880D8590-1C3D-AC93-271C-B480D15B9ED8}"/>
          </ac:spMkLst>
        </pc:spChg>
        <pc:spChg chg="add mod">
          <ac:chgData name="rittika maity" userId="828310bd016f3a07" providerId="LiveId" clId="{5ABEB0C5-DA3F-4DEF-989E-398DB7726EB2}" dt="2026-07-11T02:59:31.525" v="72" actId="20577"/>
          <ac:spMkLst>
            <pc:docMk/>
            <pc:sldMk cId="3046956857" sldId="257"/>
            <ac:spMk id="6" creationId="{C5C227AD-EDF3-5D8F-8D83-B1CBEB732C6D}"/>
          </ac:spMkLst>
        </pc:spChg>
        <pc:spChg chg="add mod">
          <ac:chgData name="rittika maity" userId="828310bd016f3a07" providerId="LiveId" clId="{5ABEB0C5-DA3F-4DEF-989E-398DB7726EB2}" dt="2026-07-11T03:00:14.114" v="76" actId="14100"/>
          <ac:spMkLst>
            <pc:docMk/>
            <pc:sldMk cId="3046956857" sldId="257"/>
            <ac:spMk id="8" creationId="{C5F6FA4C-08F2-6AC6-5F2C-D62490C83167}"/>
          </ac:spMkLst>
        </pc:spChg>
      </pc:sldChg>
      <pc:sldChg chg="addSp modSp del mod modTransition">
        <pc:chgData name="rittika maity" userId="828310bd016f3a07" providerId="LiveId" clId="{5ABEB0C5-DA3F-4DEF-989E-398DB7726EB2}" dt="2026-07-18T08:33:15.495" v="3193" actId="47"/>
        <pc:sldMkLst>
          <pc:docMk/>
          <pc:sldMk cId="1243620104" sldId="258"/>
        </pc:sldMkLst>
        <pc:spChg chg="mod">
          <ac:chgData name="rittika maity" userId="828310bd016f3a07" providerId="LiveId" clId="{5ABEB0C5-DA3F-4DEF-989E-398DB7726EB2}" dt="2026-07-11T03:05:43.126" v="135" actId="1076"/>
          <ac:spMkLst>
            <pc:docMk/>
            <pc:sldMk cId="1243620104" sldId="258"/>
            <ac:spMk id="3" creationId="{CDCD54A2-3F0A-0B5B-F69E-7479A9BA4124}"/>
          </ac:spMkLst>
        </pc:spChg>
        <pc:spChg chg="add mod">
          <ac:chgData name="rittika maity" userId="828310bd016f3a07" providerId="LiveId" clId="{5ABEB0C5-DA3F-4DEF-989E-398DB7726EB2}" dt="2026-07-11T03:05:57.816" v="138" actId="20577"/>
          <ac:spMkLst>
            <pc:docMk/>
            <pc:sldMk cId="1243620104" sldId="258"/>
            <ac:spMk id="5" creationId="{4F1481FD-F39E-8838-ECBA-40B1F5167E98}"/>
          </ac:spMkLst>
        </pc:spChg>
        <pc:graphicFrameChg chg="mod modGraphic">
          <ac:chgData name="rittika maity" userId="828310bd016f3a07" providerId="LiveId" clId="{5ABEB0C5-DA3F-4DEF-989E-398DB7726EB2}" dt="2026-07-11T03:05:34.268" v="134" actId="1076"/>
          <ac:graphicFrameMkLst>
            <pc:docMk/>
            <pc:sldMk cId="1243620104" sldId="258"/>
            <ac:graphicFrameMk id="4" creationId="{3A56FE50-1E39-4A36-B4E8-C79531C301EE}"/>
          </ac:graphicFrameMkLst>
        </pc:graphicFrameChg>
      </pc:sldChg>
      <pc:sldChg chg="addSp delSp modSp mod modTransition">
        <pc:chgData name="rittika maity" userId="828310bd016f3a07" providerId="LiveId" clId="{5ABEB0C5-DA3F-4DEF-989E-398DB7726EB2}" dt="2026-07-11T07:07:00.530" v="2272" actId="1076"/>
        <pc:sldMkLst>
          <pc:docMk/>
          <pc:sldMk cId="301683955" sldId="259"/>
        </pc:sldMkLst>
        <pc:spChg chg="mod">
          <ac:chgData name="rittika maity" userId="828310bd016f3a07" providerId="LiveId" clId="{5ABEB0C5-DA3F-4DEF-989E-398DB7726EB2}" dt="2026-07-11T07:07:00.530" v="2272" actId="1076"/>
          <ac:spMkLst>
            <pc:docMk/>
            <pc:sldMk cId="301683955" sldId="259"/>
            <ac:spMk id="3" creationId="{4F949C2B-EEB3-6CC7-587F-32B37DA8B187}"/>
          </ac:spMkLst>
        </pc:spChg>
        <pc:spChg chg="mod">
          <ac:chgData name="rittika maity" userId="828310bd016f3a07" providerId="LiveId" clId="{5ABEB0C5-DA3F-4DEF-989E-398DB7726EB2}" dt="2026-07-11T07:04:50.954" v="2219" actId="20577"/>
          <ac:spMkLst>
            <pc:docMk/>
            <pc:sldMk cId="301683955" sldId="259"/>
            <ac:spMk id="4" creationId="{1B97FE6C-4A0D-B568-1615-906AEEABE860}"/>
          </ac:spMkLst>
        </pc:spChg>
        <pc:spChg chg="add mod">
          <ac:chgData name="rittika maity" userId="828310bd016f3a07" providerId="LiveId" clId="{5ABEB0C5-DA3F-4DEF-989E-398DB7726EB2}" dt="2026-07-11T03:31:59.084" v="251" actId="20577"/>
          <ac:spMkLst>
            <pc:docMk/>
            <pc:sldMk cId="301683955" sldId="259"/>
            <ac:spMk id="27" creationId="{BCF0FF41-1E8A-0D92-E0B9-EF74BD8831A9}"/>
          </ac:spMkLst>
        </pc:spChg>
        <pc:picChg chg="mod">
          <ac:chgData name="rittika maity" userId="828310bd016f3a07" providerId="LiveId" clId="{5ABEB0C5-DA3F-4DEF-989E-398DB7726EB2}" dt="2026-07-11T03:29:40.496" v="226" actId="14100"/>
          <ac:picMkLst>
            <pc:docMk/>
            <pc:sldMk cId="301683955" sldId="259"/>
            <ac:picMk id="8" creationId="{945B0525-B917-378A-1CF5-592F128BAA26}"/>
          </ac:picMkLst>
        </pc:picChg>
        <pc:picChg chg="add mod">
          <ac:chgData name="rittika maity" userId="828310bd016f3a07" providerId="LiveId" clId="{5ABEB0C5-DA3F-4DEF-989E-398DB7726EB2}" dt="2026-07-11T03:34:45.013" v="253" actId="1076"/>
          <ac:picMkLst>
            <pc:docMk/>
            <pc:sldMk cId="301683955" sldId="259"/>
            <ac:picMk id="9" creationId="{F9EED0F0-6FBA-ED05-B294-B81B4E488A41}"/>
          </ac:picMkLst>
        </pc:picChg>
        <pc:picChg chg="add mod">
          <ac:chgData name="rittika maity" userId="828310bd016f3a07" providerId="LiveId" clId="{5ABEB0C5-DA3F-4DEF-989E-398DB7726EB2}" dt="2026-07-11T03:30:38.027" v="238" actId="14100"/>
          <ac:picMkLst>
            <pc:docMk/>
            <pc:sldMk cId="301683955" sldId="259"/>
            <ac:picMk id="13" creationId="{482283FF-AC96-E1A1-E8BD-BEEA26440BEC}"/>
          </ac:picMkLst>
        </pc:picChg>
        <pc:picChg chg="add mod">
          <ac:chgData name="rittika maity" userId="828310bd016f3a07" providerId="LiveId" clId="{5ABEB0C5-DA3F-4DEF-989E-398DB7726EB2}" dt="2026-07-11T03:34:50.119" v="254" actId="1076"/>
          <ac:picMkLst>
            <pc:docMk/>
            <pc:sldMk cId="301683955" sldId="259"/>
            <ac:picMk id="15" creationId="{049DDEF0-3097-8F18-E8AC-76FC7BFF5DE7}"/>
          </ac:picMkLst>
        </pc:picChg>
        <pc:picChg chg="add mod">
          <ac:chgData name="rittika maity" userId="828310bd016f3a07" providerId="LiveId" clId="{5ABEB0C5-DA3F-4DEF-989E-398DB7726EB2}" dt="2026-07-11T03:30:22.160" v="236" actId="1076"/>
          <ac:picMkLst>
            <pc:docMk/>
            <pc:sldMk cId="301683955" sldId="259"/>
            <ac:picMk id="19" creationId="{6E1A5650-FECC-9C32-2D5B-48C37C4BE01F}"/>
          </ac:picMkLst>
        </pc:picChg>
        <pc:picChg chg="add mod">
          <ac:chgData name="rittika maity" userId="828310bd016f3a07" providerId="LiveId" clId="{5ABEB0C5-DA3F-4DEF-989E-398DB7726EB2}" dt="2026-07-11T03:30:05.710" v="232" actId="1076"/>
          <ac:picMkLst>
            <pc:docMk/>
            <pc:sldMk cId="301683955" sldId="259"/>
            <ac:picMk id="21" creationId="{532B63CA-1A65-8D96-F95C-61282017FE87}"/>
          </ac:picMkLst>
        </pc:picChg>
        <pc:picChg chg="add mod">
          <ac:chgData name="rittika maity" userId="828310bd016f3a07" providerId="LiveId" clId="{5ABEB0C5-DA3F-4DEF-989E-398DB7726EB2}" dt="2026-07-11T03:30:55.009" v="240" actId="1440"/>
          <ac:picMkLst>
            <pc:docMk/>
            <pc:sldMk cId="301683955" sldId="259"/>
            <ac:picMk id="23" creationId="{16AB4B2B-4DCE-9638-187B-04D061D88BCA}"/>
          </ac:picMkLst>
        </pc:picChg>
        <pc:picChg chg="add mod">
          <ac:chgData name="rittika maity" userId="828310bd016f3a07" providerId="LiveId" clId="{5ABEB0C5-DA3F-4DEF-989E-398DB7726EB2}" dt="2026-07-11T03:29:31.183" v="224" actId="1076"/>
          <ac:picMkLst>
            <pc:docMk/>
            <pc:sldMk cId="301683955" sldId="259"/>
            <ac:picMk id="25" creationId="{94C68BD5-8E67-8ADD-4D60-C850589A0A5E}"/>
          </ac:picMkLst>
        </pc:picChg>
      </pc:sldChg>
      <pc:sldChg chg="addSp modSp new del mod modTransition">
        <pc:chgData name="rittika maity" userId="828310bd016f3a07" providerId="LiveId" clId="{5ABEB0C5-DA3F-4DEF-989E-398DB7726EB2}" dt="2026-07-18T08:33:02.059" v="3192" actId="47"/>
        <pc:sldMkLst>
          <pc:docMk/>
          <pc:sldMk cId="1833865066" sldId="260"/>
        </pc:sldMkLst>
        <pc:spChg chg="add mod">
          <ac:chgData name="rittika maity" userId="828310bd016f3a07" providerId="LiveId" clId="{5ABEB0C5-DA3F-4DEF-989E-398DB7726EB2}" dt="2026-07-11T06:56:40.164" v="2209" actId="14100"/>
          <ac:spMkLst>
            <pc:docMk/>
            <pc:sldMk cId="1833865066" sldId="260"/>
            <ac:spMk id="3" creationId="{5BD83C85-5A51-04EC-0BA4-2BE896531644}"/>
          </ac:spMkLst>
        </pc:spChg>
        <pc:spChg chg="add mod">
          <ac:chgData name="rittika maity" userId="828310bd016f3a07" providerId="LiveId" clId="{5ABEB0C5-DA3F-4DEF-989E-398DB7726EB2}" dt="2026-07-18T06:40:12.852" v="2975" actId="1076"/>
          <ac:spMkLst>
            <pc:docMk/>
            <pc:sldMk cId="1833865066" sldId="260"/>
            <ac:spMk id="4" creationId="{F1F45EF3-400E-8AEA-9DBD-47975BE1C8EF}"/>
          </ac:spMkLst>
        </pc:spChg>
        <pc:spChg chg="add mod">
          <ac:chgData name="rittika maity" userId="828310bd016f3a07" providerId="LiveId" clId="{5ABEB0C5-DA3F-4DEF-989E-398DB7726EB2}" dt="2026-07-11T10:37:18.963" v="2276" actId="20577"/>
          <ac:spMkLst>
            <pc:docMk/>
            <pc:sldMk cId="1833865066" sldId="260"/>
            <ac:spMk id="5" creationId="{6C571821-6DA9-8E95-0B2E-454C5EB05226}"/>
          </ac:spMkLst>
        </pc:spChg>
        <pc:spChg chg="add mod">
          <ac:chgData name="rittika maity" userId="828310bd016f3a07" providerId="LiveId" clId="{5ABEB0C5-DA3F-4DEF-989E-398DB7726EB2}" dt="2026-07-18T06:39:58.664" v="2973" actId="1076"/>
          <ac:spMkLst>
            <pc:docMk/>
            <pc:sldMk cId="1833865066" sldId="260"/>
            <ac:spMk id="7" creationId="{3CC708B8-4CD0-6796-20F7-247BC9409930}"/>
          </ac:spMkLst>
        </pc:spChg>
      </pc:sldChg>
      <pc:sldChg chg="addSp delSp modSp new mod modTransition">
        <pc:chgData name="rittika maity" userId="828310bd016f3a07" providerId="LiveId" clId="{5ABEB0C5-DA3F-4DEF-989E-398DB7726EB2}" dt="2026-07-11T05:44:29.846" v="2189"/>
        <pc:sldMkLst>
          <pc:docMk/>
          <pc:sldMk cId="642274799" sldId="261"/>
        </pc:sldMkLst>
        <pc:spChg chg="add mod">
          <ac:chgData name="rittika maity" userId="828310bd016f3a07" providerId="LiveId" clId="{5ABEB0C5-DA3F-4DEF-989E-398DB7726EB2}" dt="2026-07-11T03:51:59.654" v="408" actId="20577"/>
          <ac:spMkLst>
            <pc:docMk/>
            <pc:sldMk cId="642274799" sldId="261"/>
            <ac:spMk id="3" creationId="{ADAA2276-3868-B1E8-0CDE-3D3D026F6FC3}"/>
          </ac:spMkLst>
        </pc:spChg>
        <pc:spChg chg="add mod">
          <ac:chgData name="rittika maity" userId="828310bd016f3a07" providerId="LiveId" clId="{5ABEB0C5-DA3F-4DEF-989E-398DB7726EB2}" dt="2026-07-11T04:00:10.886" v="472" actId="20577"/>
          <ac:spMkLst>
            <pc:docMk/>
            <pc:sldMk cId="642274799" sldId="261"/>
            <ac:spMk id="15" creationId="{90C2BDE3-1816-7E32-1668-73D6495E5FA9}"/>
          </ac:spMkLst>
        </pc:spChg>
        <pc:picChg chg="add mod ord">
          <ac:chgData name="rittika maity" userId="828310bd016f3a07" providerId="LiveId" clId="{5ABEB0C5-DA3F-4DEF-989E-398DB7726EB2}" dt="2026-07-11T03:48:46.006" v="363" actId="1076"/>
          <ac:picMkLst>
            <pc:docMk/>
            <pc:sldMk cId="642274799" sldId="261"/>
            <ac:picMk id="5" creationId="{FB2DF72E-AB68-29C4-27A8-62416F968165}"/>
          </ac:picMkLst>
        </pc:picChg>
        <pc:picChg chg="add mod">
          <ac:chgData name="rittika maity" userId="828310bd016f3a07" providerId="LiveId" clId="{5ABEB0C5-DA3F-4DEF-989E-398DB7726EB2}" dt="2026-07-11T03:44:31.306" v="336" actId="1440"/>
          <ac:picMkLst>
            <pc:docMk/>
            <pc:sldMk cId="642274799" sldId="261"/>
            <ac:picMk id="7" creationId="{EAD3E67F-C85B-E15E-0207-BEBFD8979460}"/>
          </ac:picMkLst>
        </pc:picChg>
        <pc:picChg chg="add mod">
          <ac:chgData name="rittika maity" userId="828310bd016f3a07" providerId="LiveId" clId="{5ABEB0C5-DA3F-4DEF-989E-398DB7726EB2}" dt="2026-07-11T03:52:06.372" v="409" actId="1076"/>
          <ac:picMkLst>
            <pc:docMk/>
            <pc:sldMk cId="642274799" sldId="261"/>
            <ac:picMk id="11" creationId="{BAF1706C-E47A-0408-D1F0-181432410764}"/>
          </ac:picMkLst>
        </pc:picChg>
        <pc:picChg chg="add mod">
          <ac:chgData name="rittika maity" userId="828310bd016f3a07" providerId="LiveId" clId="{5ABEB0C5-DA3F-4DEF-989E-398DB7726EB2}" dt="2026-07-11T03:52:11.467" v="410" actId="1076"/>
          <ac:picMkLst>
            <pc:docMk/>
            <pc:sldMk cId="642274799" sldId="261"/>
            <ac:picMk id="13" creationId="{029C7A81-5625-4B08-1AB2-ED2D0C9EFABB}"/>
          </ac:picMkLst>
        </pc:picChg>
      </pc:sldChg>
      <pc:sldChg chg="addSp delSp modSp new mod modTransition">
        <pc:chgData name="rittika maity" userId="828310bd016f3a07" providerId="LiveId" clId="{5ABEB0C5-DA3F-4DEF-989E-398DB7726EB2}" dt="2026-07-11T05:44:29.846" v="2189"/>
        <pc:sldMkLst>
          <pc:docMk/>
          <pc:sldMk cId="4222391902" sldId="262"/>
        </pc:sldMkLst>
        <pc:spChg chg="add mod">
          <ac:chgData name="rittika maity" userId="828310bd016f3a07" providerId="LiveId" clId="{5ABEB0C5-DA3F-4DEF-989E-398DB7726EB2}" dt="2026-07-11T03:56:28.744" v="444" actId="20577"/>
          <ac:spMkLst>
            <pc:docMk/>
            <pc:sldMk cId="4222391902" sldId="262"/>
            <ac:spMk id="7" creationId="{1CBBE6FA-53AD-BA1B-6920-3478CB7ED1B5}"/>
          </ac:spMkLst>
        </pc:spChg>
        <pc:spChg chg="add mod">
          <ac:chgData name="rittika maity" userId="828310bd016f3a07" providerId="LiveId" clId="{5ABEB0C5-DA3F-4DEF-989E-398DB7726EB2}" dt="2026-07-11T04:00:20.681" v="475" actId="20577"/>
          <ac:spMkLst>
            <pc:docMk/>
            <pc:sldMk cId="4222391902" sldId="262"/>
            <ac:spMk id="17" creationId="{D3C1F43B-8640-CF67-86F1-422A8881B917}"/>
          </ac:spMkLst>
        </pc:spChg>
        <pc:picChg chg="add mod">
          <ac:chgData name="rittika maity" userId="828310bd016f3a07" providerId="LiveId" clId="{5ABEB0C5-DA3F-4DEF-989E-398DB7726EB2}" dt="2026-07-11T03:59:35.173" v="467" actId="1076"/>
          <ac:picMkLst>
            <pc:docMk/>
            <pc:sldMk cId="4222391902" sldId="262"/>
            <ac:picMk id="5" creationId="{78558740-1C58-449F-EE33-B07EEF1FFA39}"/>
          </ac:picMkLst>
        </pc:picChg>
        <pc:picChg chg="add mod">
          <ac:chgData name="rittika maity" userId="828310bd016f3a07" providerId="LiveId" clId="{5ABEB0C5-DA3F-4DEF-989E-398DB7726EB2}" dt="2026-07-11T03:59:27.104" v="466" actId="1076"/>
          <ac:picMkLst>
            <pc:docMk/>
            <pc:sldMk cId="4222391902" sldId="262"/>
            <ac:picMk id="9" creationId="{6C1C9892-EB8A-771A-FFD6-B2F3C4CDC9EC}"/>
          </ac:picMkLst>
        </pc:picChg>
        <pc:picChg chg="add mod">
          <ac:chgData name="rittika maity" userId="828310bd016f3a07" providerId="LiveId" clId="{5ABEB0C5-DA3F-4DEF-989E-398DB7726EB2}" dt="2026-07-11T03:59:40.161" v="468" actId="1440"/>
          <ac:picMkLst>
            <pc:docMk/>
            <pc:sldMk cId="4222391902" sldId="262"/>
            <ac:picMk id="11" creationId="{E5B48099-DC34-E51A-52C7-5A2B39FF6429}"/>
          </ac:picMkLst>
        </pc:picChg>
        <pc:picChg chg="add mod">
          <ac:chgData name="rittika maity" userId="828310bd016f3a07" providerId="LiveId" clId="{5ABEB0C5-DA3F-4DEF-989E-398DB7726EB2}" dt="2026-07-11T03:59:42.791" v="469" actId="1440"/>
          <ac:picMkLst>
            <pc:docMk/>
            <pc:sldMk cId="4222391902" sldId="262"/>
            <ac:picMk id="15" creationId="{F0404267-6E5D-8516-7EC0-D4DE62B0BCF7}"/>
          </ac:picMkLst>
        </pc:picChg>
      </pc:sldChg>
      <pc:sldChg chg="addSp delSp modSp new mod modTransition">
        <pc:chgData name="rittika maity" userId="828310bd016f3a07" providerId="LiveId" clId="{5ABEB0C5-DA3F-4DEF-989E-398DB7726EB2}" dt="2026-07-11T10:37:13.639" v="2274" actId="20577"/>
        <pc:sldMkLst>
          <pc:docMk/>
          <pc:sldMk cId="3551251426" sldId="263"/>
        </pc:sldMkLst>
        <pc:spChg chg="add mod">
          <ac:chgData name="rittika maity" userId="828310bd016f3a07" providerId="LiveId" clId="{5ABEB0C5-DA3F-4DEF-989E-398DB7726EB2}" dt="2026-07-11T10:37:13.639" v="2274" actId="20577"/>
          <ac:spMkLst>
            <pc:docMk/>
            <pc:sldMk cId="3551251426" sldId="263"/>
            <ac:spMk id="9" creationId="{77E843B0-BFC3-FD62-DCE8-75BBBE1C206A}"/>
          </ac:spMkLst>
        </pc:spChg>
        <pc:spChg chg="add mod">
          <ac:chgData name="rittika maity" userId="828310bd016f3a07" providerId="LiveId" clId="{5ABEB0C5-DA3F-4DEF-989E-398DB7726EB2}" dt="2026-07-11T04:01:53.392" v="516" actId="14100"/>
          <ac:spMkLst>
            <pc:docMk/>
            <pc:sldMk cId="3551251426" sldId="263"/>
            <ac:spMk id="11" creationId="{2AF89931-DD2F-3F9E-1F91-1D470666E2D0}"/>
          </ac:spMkLst>
        </pc:spChg>
        <pc:picChg chg="add mod">
          <ac:chgData name="rittika maity" userId="828310bd016f3a07" providerId="LiveId" clId="{5ABEB0C5-DA3F-4DEF-989E-398DB7726EB2}" dt="2026-07-11T04:06:53.953" v="549" actId="1440"/>
          <ac:picMkLst>
            <pc:docMk/>
            <pc:sldMk cId="3551251426" sldId="263"/>
            <ac:picMk id="3" creationId="{E1B3B43C-EAF0-64B9-13B7-7D97B31B9DED}"/>
          </ac:picMkLst>
        </pc:picChg>
        <pc:picChg chg="add mod">
          <ac:chgData name="rittika maity" userId="828310bd016f3a07" providerId="LiveId" clId="{5ABEB0C5-DA3F-4DEF-989E-398DB7726EB2}" dt="2026-07-11T04:06:19.721" v="541" actId="1076"/>
          <ac:picMkLst>
            <pc:docMk/>
            <pc:sldMk cId="3551251426" sldId="263"/>
            <ac:picMk id="15" creationId="{AA089443-FE03-3C9C-3CDF-E1AD211FFB87}"/>
          </ac:picMkLst>
        </pc:picChg>
        <pc:picChg chg="add mod">
          <ac:chgData name="rittika maity" userId="828310bd016f3a07" providerId="LiveId" clId="{5ABEB0C5-DA3F-4DEF-989E-398DB7726EB2}" dt="2026-07-11T04:06:12.831" v="540" actId="14100"/>
          <ac:picMkLst>
            <pc:docMk/>
            <pc:sldMk cId="3551251426" sldId="263"/>
            <ac:picMk id="17" creationId="{E406227A-4D75-85F7-5956-2E620FCD7FED}"/>
          </ac:picMkLst>
        </pc:picChg>
        <pc:picChg chg="add mod">
          <ac:chgData name="rittika maity" userId="828310bd016f3a07" providerId="LiveId" clId="{5ABEB0C5-DA3F-4DEF-989E-398DB7726EB2}" dt="2026-07-11T04:06:36.532" v="545" actId="1076"/>
          <ac:picMkLst>
            <pc:docMk/>
            <pc:sldMk cId="3551251426" sldId="263"/>
            <ac:picMk id="19" creationId="{0C6200E7-B2F2-7E1B-613D-4BB232ACBF7A}"/>
          </ac:picMkLst>
        </pc:picChg>
      </pc:sldChg>
      <pc:sldChg chg="addSp delSp modSp new mod ord modTransition">
        <pc:chgData name="rittika maity" userId="828310bd016f3a07" providerId="LiveId" clId="{5ABEB0C5-DA3F-4DEF-989E-398DB7726EB2}" dt="2026-07-18T08:22:18.229" v="3174" actId="14100"/>
        <pc:sldMkLst>
          <pc:docMk/>
          <pc:sldMk cId="1416918503" sldId="264"/>
        </pc:sldMkLst>
        <pc:spChg chg="add mod">
          <ac:chgData name="rittika maity" userId="828310bd016f3a07" providerId="LiveId" clId="{5ABEB0C5-DA3F-4DEF-989E-398DB7726EB2}" dt="2026-07-18T06:10:45.662" v="2763" actId="14100"/>
          <ac:spMkLst>
            <pc:docMk/>
            <pc:sldMk cId="1416918503" sldId="264"/>
            <ac:spMk id="3" creationId="{BFC51B9A-A474-B446-44A9-27F0B630AB16}"/>
          </ac:spMkLst>
        </pc:spChg>
        <pc:spChg chg="add del mod">
          <ac:chgData name="rittika maity" userId="828310bd016f3a07" providerId="LiveId" clId="{5ABEB0C5-DA3F-4DEF-989E-398DB7726EB2}" dt="2026-07-18T08:19:09.130" v="3149" actId="21"/>
          <ac:spMkLst>
            <pc:docMk/>
            <pc:sldMk cId="1416918503" sldId="264"/>
            <ac:spMk id="8" creationId="{EFC175E7-16DF-31CF-50AD-5936AEAAE070}"/>
          </ac:spMkLst>
        </pc:spChg>
        <pc:spChg chg="add del mod">
          <ac:chgData name="rittika maity" userId="828310bd016f3a07" providerId="LiveId" clId="{5ABEB0C5-DA3F-4DEF-989E-398DB7726EB2}" dt="2026-07-18T08:19:04.809" v="3148" actId="21"/>
          <ac:spMkLst>
            <pc:docMk/>
            <pc:sldMk cId="1416918503" sldId="264"/>
            <ac:spMk id="10" creationId="{F7847AC9-A48C-58AD-A308-A183566CDEA7}"/>
          </ac:spMkLst>
        </pc:spChg>
        <pc:spChg chg="add mod">
          <ac:chgData name="rittika maity" userId="828310bd016f3a07" providerId="LiveId" clId="{5ABEB0C5-DA3F-4DEF-989E-398DB7726EB2}" dt="2026-07-18T08:22:18.229" v="3174" actId="14100"/>
          <ac:spMkLst>
            <pc:docMk/>
            <pc:sldMk cId="1416918503" sldId="264"/>
            <ac:spMk id="12" creationId="{DEBE552C-C2FB-3907-C45F-80DEB9922743}"/>
          </ac:spMkLst>
        </pc:spChg>
        <pc:spChg chg="add mod">
          <ac:chgData name="rittika maity" userId="828310bd016f3a07" providerId="LiveId" clId="{5ABEB0C5-DA3F-4DEF-989E-398DB7726EB2}" dt="2026-07-18T08:21:06.222" v="3160" actId="1076"/>
          <ac:spMkLst>
            <pc:docMk/>
            <pc:sldMk cId="1416918503" sldId="264"/>
            <ac:spMk id="15" creationId="{460E98CB-E351-0FC1-02FF-37DE6C1B62C8}"/>
          </ac:spMkLst>
        </pc:spChg>
        <pc:picChg chg="add mod">
          <ac:chgData name="rittika maity" userId="828310bd016f3a07" providerId="LiveId" clId="{5ABEB0C5-DA3F-4DEF-989E-398DB7726EB2}" dt="2026-07-18T06:12:41.284" v="2780" actId="14100"/>
          <ac:picMkLst>
            <pc:docMk/>
            <pc:sldMk cId="1416918503" sldId="264"/>
            <ac:picMk id="4" creationId="{DAD3CD7B-FAD9-FD43-9133-6B0301E5E7BE}"/>
          </ac:picMkLst>
        </pc:picChg>
        <pc:picChg chg="add del mod">
          <ac:chgData name="rittika maity" userId="828310bd016f3a07" providerId="LiveId" clId="{5ABEB0C5-DA3F-4DEF-989E-398DB7726EB2}" dt="2026-07-18T06:04:09.843" v="2684" actId="478"/>
          <ac:picMkLst>
            <pc:docMk/>
            <pc:sldMk cId="1416918503" sldId="264"/>
            <ac:picMk id="5" creationId="{1E1D58B2-C510-FD33-B00D-C14E73C2346E}"/>
          </ac:picMkLst>
        </pc:picChg>
        <pc:picChg chg="add del mod">
          <ac:chgData name="rittika maity" userId="828310bd016f3a07" providerId="LiveId" clId="{5ABEB0C5-DA3F-4DEF-989E-398DB7726EB2}" dt="2026-07-18T06:05:36.026" v="2699" actId="478"/>
          <ac:picMkLst>
            <pc:docMk/>
            <pc:sldMk cId="1416918503" sldId="264"/>
            <ac:picMk id="7" creationId="{9633A1A3-6487-D2B8-1FB2-7C45C37471FB}"/>
          </ac:picMkLst>
        </pc:picChg>
        <pc:picChg chg="add mod">
          <ac:chgData name="rittika maity" userId="828310bd016f3a07" providerId="LiveId" clId="{5ABEB0C5-DA3F-4DEF-989E-398DB7726EB2}" dt="2026-07-18T06:12:36.507" v="2779" actId="14100"/>
          <ac:picMkLst>
            <pc:docMk/>
            <pc:sldMk cId="1416918503" sldId="264"/>
            <ac:picMk id="9" creationId="{11432B35-3818-779B-5EAC-E2709167320E}"/>
          </ac:picMkLst>
        </pc:picChg>
        <pc:picChg chg="add mod">
          <ac:chgData name="rittika maity" userId="828310bd016f3a07" providerId="LiveId" clId="{5ABEB0C5-DA3F-4DEF-989E-398DB7726EB2}" dt="2026-07-18T08:20:59.051" v="3159" actId="14100"/>
          <ac:picMkLst>
            <pc:docMk/>
            <pc:sldMk cId="1416918503" sldId="264"/>
            <ac:picMk id="13" creationId="{BEBE518C-28DD-91E1-B1C1-26BD1B6C7595}"/>
          </ac:picMkLst>
        </pc:picChg>
      </pc:sldChg>
      <pc:sldChg chg="addSp delSp modSp new mod ord modTransition">
        <pc:chgData name="rittika maity" userId="828310bd016f3a07" providerId="LiveId" clId="{5ABEB0C5-DA3F-4DEF-989E-398DB7726EB2}" dt="2026-07-18T06:30:49.712" v="2904"/>
        <pc:sldMkLst>
          <pc:docMk/>
          <pc:sldMk cId="409808811" sldId="265"/>
        </pc:sldMkLst>
        <pc:spChg chg="add mod">
          <ac:chgData name="rittika maity" userId="828310bd016f3a07" providerId="LiveId" clId="{5ABEB0C5-DA3F-4DEF-989E-398DB7726EB2}" dt="2026-07-11T10:37:33.612" v="2282" actId="14100"/>
          <ac:spMkLst>
            <pc:docMk/>
            <pc:sldMk cId="409808811" sldId="265"/>
            <ac:spMk id="3" creationId="{91762912-AB74-037F-98D4-D929E07291E8}"/>
          </ac:spMkLst>
        </pc:spChg>
        <pc:spChg chg="add mod">
          <ac:chgData name="rittika maity" userId="828310bd016f3a07" providerId="LiveId" clId="{5ABEB0C5-DA3F-4DEF-989E-398DB7726EB2}" dt="2026-07-11T04:48:12.913" v="1507" actId="20577"/>
          <ac:spMkLst>
            <pc:docMk/>
            <pc:sldMk cId="409808811" sldId="265"/>
            <ac:spMk id="5" creationId="{7159D484-AD68-51C9-3A3E-47C6B0A4E824}"/>
          </ac:spMkLst>
        </pc:spChg>
        <pc:spChg chg="add mod">
          <ac:chgData name="rittika maity" userId="828310bd016f3a07" providerId="LiveId" clId="{5ABEB0C5-DA3F-4DEF-989E-398DB7726EB2}" dt="2026-07-11T04:58:59.340" v="1759" actId="1076"/>
          <ac:spMkLst>
            <pc:docMk/>
            <pc:sldMk cId="409808811" sldId="265"/>
            <ac:spMk id="11" creationId="{55D401DC-DFEA-6EFF-4F1F-1CC6ABE71D80}"/>
          </ac:spMkLst>
        </pc:spChg>
        <pc:spChg chg="add mod">
          <ac:chgData name="rittika maity" userId="828310bd016f3a07" providerId="LiveId" clId="{5ABEB0C5-DA3F-4DEF-989E-398DB7726EB2}" dt="2026-07-11T04:58:20.374" v="1753" actId="1076"/>
          <ac:spMkLst>
            <pc:docMk/>
            <pc:sldMk cId="409808811" sldId="265"/>
            <ac:spMk id="13" creationId="{B01A20E7-B218-B743-B639-1D59739C851D}"/>
          </ac:spMkLst>
        </pc:spChg>
        <pc:picChg chg="add mod">
          <ac:chgData name="rittika maity" userId="828310bd016f3a07" providerId="LiveId" clId="{5ABEB0C5-DA3F-4DEF-989E-398DB7726EB2}" dt="2026-07-11T04:58:54.786" v="1758" actId="1076"/>
          <ac:picMkLst>
            <pc:docMk/>
            <pc:sldMk cId="409808811" sldId="265"/>
            <ac:picMk id="7" creationId="{380AEDD5-EDF9-DD35-722F-138E84C099E8}"/>
          </ac:picMkLst>
        </pc:picChg>
        <pc:picChg chg="add del mod">
          <ac:chgData name="rittika maity" userId="828310bd016f3a07" providerId="LiveId" clId="{5ABEB0C5-DA3F-4DEF-989E-398DB7726EB2}" dt="2026-07-11T04:58:27.875" v="1754" actId="14100"/>
          <ac:picMkLst>
            <pc:docMk/>
            <pc:sldMk cId="409808811" sldId="265"/>
            <ac:picMk id="9" creationId="{FB93C32F-0E2E-90E2-8303-05DCEADF834D}"/>
          </ac:picMkLst>
        </pc:picChg>
      </pc:sldChg>
      <pc:sldChg chg="addSp modSp new mod modTransition">
        <pc:chgData name="rittika maity" userId="828310bd016f3a07" providerId="LiveId" clId="{5ABEB0C5-DA3F-4DEF-989E-398DB7726EB2}" dt="2026-07-18T06:48:11.174" v="2979" actId="20577"/>
        <pc:sldMkLst>
          <pc:docMk/>
          <pc:sldMk cId="1179204548" sldId="266"/>
        </pc:sldMkLst>
        <pc:spChg chg="add mod">
          <ac:chgData name="rittika maity" userId="828310bd016f3a07" providerId="LiveId" clId="{5ABEB0C5-DA3F-4DEF-989E-398DB7726EB2}" dt="2026-07-11T04:36:14.664" v="1138" actId="20577"/>
          <ac:spMkLst>
            <pc:docMk/>
            <pc:sldMk cId="1179204548" sldId="266"/>
            <ac:spMk id="3" creationId="{64A83E3D-EC99-81F5-0880-0EC01CBAF8D9}"/>
          </ac:spMkLst>
        </pc:spChg>
        <pc:spChg chg="add mod">
          <ac:chgData name="rittika maity" userId="828310bd016f3a07" providerId="LiveId" clId="{5ABEB0C5-DA3F-4DEF-989E-398DB7726EB2}" dt="2026-07-11T04:42:38.195" v="1311" actId="14100"/>
          <ac:spMkLst>
            <pc:docMk/>
            <pc:sldMk cId="1179204548" sldId="266"/>
            <ac:spMk id="9" creationId="{80DF0279-C37A-6949-2710-9725AD8FBD57}"/>
          </ac:spMkLst>
        </pc:spChg>
        <pc:spChg chg="add mod">
          <ac:chgData name="rittika maity" userId="828310bd016f3a07" providerId="LiveId" clId="{5ABEB0C5-DA3F-4DEF-989E-398DB7726EB2}" dt="2026-07-11T04:44:30.576" v="1470" actId="20577"/>
          <ac:spMkLst>
            <pc:docMk/>
            <pc:sldMk cId="1179204548" sldId="266"/>
            <ac:spMk id="11" creationId="{48F69452-687E-5BC4-37FD-222230A498BA}"/>
          </ac:spMkLst>
        </pc:spChg>
        <pc:spChg chg="add mod">
          <ac:chgData name="rittika maity" userId="828310bd016f3a07" providerId="LiveId" clId="{5ABEB0C5-DA3F-4DEF-989E-398DB7726EB2}" dt="2026-07-18T06:48:11.174" v="2979" actId="20577"/>
          <ac:spMkLst>
            <pc:docMk/>
            <pc:sldMk cId="1179204548" sldId="266"/>
            <ac:spMk id="13" creationId="{6465270A-F5CC-BD8C-994D-6691BA22010C}"/>
          </ac:spMkLst>
        </pc:spChg>
        <pc:picChg chg="add mod">
          <ac:chgData name="rittika maity" userId="828310bd016f3a07" providerId="LiveId" clId="{5ABEB0C5-DA3F-4DEF-989E-398DB7726EB2}" dt="2026-07-11T04:38:37.843" v="1150" actId="1440"/>
          <ac:picMkLst>
            <pc:docMk/>
            <pc:sldMk cId="1179204548" sldId="266"/>
            <ac:picMk id="5" creationId="{B64A1B63-C67F-6080-8196-37EB1CF21F46}"/>
          </ac:picMkLst>
        </pc:picChg>
        <pc:picChg chg="add mod">
          <ac:chgData name="rittika maity" userId="828310bd016f3a07" providerId="LiveId" clId="{5ABEB0C5-DA3F-4DEF-989E-398DB7726EB2}" dt="2026-07-11T04:38:34.971" v="1149" actId="1440"/>
          <ac:picMkLst>
            <pc:docMk/>
            <pc:sldMk cId="1179204548" sldId="266"/>
            <ac:picMk id="7" creationId="{AE4C9ABD-D199-F49F-1E0C-8CBC7E4F6177}"/>
          </ac:picMkLst>
        </pc:picChg>
      </pc:sldChg>
      <pc:sldChg chg="addSp delSp modSp new mod ord modTransition">
        <pc:chgData name="rittika maity" userId="828310bd016f3a07" providerId="LiveId" clId="{5ABEB0C5-DA3F-4DEF-989E-398DB7726EB2}" dt="2026-07-18T08:22:03.553" v="3172" actId="20577"/>
        <pc:sldMkLst>
          <pc:docMk/>
          <pc:sldMk cId="2548111119" sldId="267"/>
        </pc:sldMkLst>
        <pc:spChg chg="add mod">
          <ac:chgData name="rittika maity" userId="828310bd016f3a07" providerId="LiveId" clId="{5ABEB0C5-DA3F-4DEF-989E-398DB7726EB2}" dt="2026-07-11T05:02:38.700" v="1807" actId="20577"/>
          <ac:spMkLst>
            <pc:docMk/>
            <pc:sldMk cId="2548111119" sldId="267"/>
            <ac:spMk id="3" creationId="{032A29DC-C709-2550-59BE-4A6A08CFD919}"/>
          </ac:spMkLst>
        </pc:spChg>
        <pc:spChg chg="add mod">
          <ac:chgData name="rittika maity" userId="828310bd016f3a07" providerId="LiveId" clId="{5ABEB0C5-DA3F-4DEF-989E-398DB7726EB2}" dt="2026-07-18T08:22:03.553" v="3172" actId="20577"/>
          <ac:spMkLst>
            <pc:docMk/>
            <pc:sldMk cId="2548111119" sldId="267"/>
            <ac:spMk id="4" creationId="{30955805-B444-366E-2F5C-9C6242DF75F9}"/>
          </ac:spMkLst>
        </pc:spChg>
        <pc:spChg chg="add del mod">
          <ac:chgData name="rittika maity" userId="828310bd016f3a07" providerId="LiveId" clId="{5ABEB0C5-DA3F-4DEF-989E-398DB7726EB2}" dt="2026-07-18T08:21:51.805" v="3169" actId="478"/>
          <ac:spMkLst>
            <pc:docMk/>
            <pc:sldMk cId="2548111119" sldId="267"/>
            <ac:spMk id="5" creationId="{67D6D7E4-C65C-35B1-D916-A7E8DFBD81CF}"/>
          </ac:spMkLst>
        </pc:spChg>
        <pc:spChg chg="add">
          <ac:chgData name="rittika maity" userId="828310bd016f3a07" providerId="LiveId" clId="{5ABEB0C5-DA3F-4DEF-989E-398DB7726EB2}" dt="2026-07-11T05:02:54.945" v="1808" actId="22"/>
          <ac:spMkLst>
            <pc:docMk/>
            <pc:sldMk cId="2548111119" sldId="267"/>
            <ac:spMk id="7" creationId="{E2E31E52-D320-B40F-0FA5-9CBF49472DC2}"/>
          </ac:spMkLst>
        </pc:spChg>
        <pc:spChg chg="add mod">
          <ac:chgData name="rittika maity" userId="828310bd016f3a07" providerId="LiveId" clId="{5ABEB0C5-DA3F-4DEF-989E-398DB7726EB2}" dt="2026-07-11T05:20:08.005" v="2035" actId="1076"/>
          <ac:spMkLst>
            <pc:docMk/>
            <pc:sldMk cId="2548111119" sldId="267"/>
            <ac:spMk id="9" creationId="{34B93EC2-89C6-50C5-AAC2-4EC6CA6F6846}"/>
          </ac:spMkLst>
        </pc:spChg>
        <pc:picChg chg="add mod ord">
          <ac:chgData name="rittika maity" userId="828310bd016f3a07" providerId="LiveId" clId="{5ABEB0C5-DA3F-4DEF-989E-398DB7726EB2}" dt="2026-07-11T05:20:02.371" v="2034" actId="1076"/>
          <ac:picMkLst>
            <pc:docMk/>
            <pc:sldMk cId="2548111119" sldId="267"/>
            <ac:picMk id="11" creationId="{B6984CC5-6C5A-7C2B-EE30-0B2EBEE781C4}"/>
          </ac:picMkLst>
        </pc:picChg>
        <pc:picChg chg="add mod ord">
          <ac:chgData name="rittika maity" userId="828310bd016f3a07" providerId="LiveId" clId="{5ABEB0C5-DA3F-4DEF-989E-398DB7726EB2}" dt="2026-07-11T05:15:28.424" v="1976" actId="171"/>
          <ac:picMkLst>
            <pc:docMk/>
            <pc:sldMk cId="2548111119" sldId="267"/>
            <ac:picMk id="13" creationId="{DD526E25-38FF-9C9E-C43A-E57C7E9999AB}"/>
          </ac:picMkLst>
        </pc:picChg>
      </pc:sldChg>
      <pc:sldChg chg="addSp modSp new del mod modTransition">
        <pc:chgData name="rittika maity" userId="828310bd016f3a07" providerId="LiveId" clId="{5ABEB0C5-DA3F-4DEF-989E-398DB7726EB2}" dt="2026-07-18T05:29:10.079" v="2359" actId="47"/>
        <pc:sldMkLst>
          <pc:docMk/>
          <pc:sldMk cId="1582980765" sldId="268"/>
        </pc:sldMkLst>
      </pc:sldChg>
      <pc:sldChg chg="addSp modSp new del mod modTransition">
        <pc:chgData name="rittika maity" userId="828310bd016f3a07" providerId="LiveId" clId="{5ABEB0C5-DA3F-4DEF-989E-398DB7726EB2}" dt="2026-07-18T08:32:55.083" v="3191" actId="47"/>
        <pc:sldMkLst>
          <pc:docMk/>
          <pc:sldMk cId="3895656943" sldId="269"/>
        </pc:sldMkLst>
        <pc:spChg chg="add mod">
          <ac:chgData name="rittika maity" userId="828310bd016f3a07" providerId="LiveId" clId="{5ABEB0C5-DA3F-4DEF-989E-398DB7726EB2}" dt="2026-07-11T05:26:29.683" v="2108" actId="14100"/>
          <ac:spMkLst>
            <pc:docMk/>
            <pc:sldMk cId="3895656943" sldId="269"/>
            <ac:spMk id="3" creationId="{3CAC8A84-1F74-D220-79DC-6A26AE1EDF57}"/>
          </ac:spMkLst>
        </pc:spChg>
        <pc:spChg chg="add mod">
          <ac:chgData name="rittika maity" userId="828310bd016f3a07" providerId="LiveId" clId="{5ABEB0C5-DA3F-4DEF-989E-398DB7726EB2}" dt="2026-07-11T05:27:31.056" v="2116" actId="1076"/>
          <ac:spMkLst>
            <pc:docMk/>
            <pc:sldMk cId="3895656943" sldId="269"/>
            <ac:spMk id="5" creationId="{565B5CAD-2CAF-D1DD-6242-C9889D4E50E5}"/>
          </ac:spMkLst>
        </pc:spChg>
        <pc:spChg chg="add mod">
          <ac:chgData name="rittika maity" userId="828310bd016f3a07" providerId="LiveId" clId="{5ABEB0C5-DA3F-4DEF-989E-398DB7726EB2}" dt="2026-07-11T05:27:21.896" v="2115" actId="20577"/>
          <ac:spMkLst>
            <pc:docMk/>
            <pc:sldMk cId="3895656943" sldId="269"/>
            <ac:spMk id="7" creationId="{762EA5BD-C609-E58E-D23E-D98ED6AE4412}"/>
          </ac:spMkLst>
        </pc:spChg>
        <pc:spChg chg="add mod">
          <ac:chgData name="rittika maity" userId="828310bd016f3a07" providerId="LiveId" clId="{5ABEB0C5-DA3F-4DEF-989E-398DB7726EB2}" dt="2026-07-18T08:25:43.897" v="3180" actId="20577"/>
          <ac:spMkLst>
            <pc:docMk/>
            <pc:sldMk cId="3895656943" sldId="269"/>
            <ac:spMk id="9" creationId="{C94BD909-D131-5990-6329-4FF617570429}"/>
          </ac:spMkLst>
        </pc:spChg>
      </pc:sldChg>
      <pc:sldChg chg="addSp delSp modSp new del mod modTransition">
        <pc:chgData name="rittika maity" userId="828310bd016f3a07" providerId="LiveId" clId="{5ABEB0C5-DA3F-4DEF-989E-398DB7726EB2}" dt="2026-07-18T08:32:49.887" v="3190" actId="47"/>
        <pc:sldMkLst>
          <pc:docMk/>
          <pc:sldMk cId="2903872985" sldId="270"/>
        </pc:sldMkLst>
        <pc:spChg chg="add mod">
          <ac:chgData name="rittika maity" userId="828310bd016f3a07" providerId="LiveId" clId="{5ABEB0C5-DA3F-4DEF-989E-398DB7726EB2}" dt="2026-07-11T05:38:49.019" v="2151" actId="1076"/>
          <ac:spMkLst>
            <pc:docMk/>
            <pc:sldMk cId="2903872985" sldId="270"/>
            <ac:spMk id="3" creationId="{D69F66FB-D30C-3056-FBCB-87FB1E0AEE7B}"/>
          </ac:spMkLst>
        </pc:spChg>
        <pc:spChg chg="add mod">
          <ac:chgData name="rittika maity" userId="828310bd016f3a07" providerId="LiveId" clId="{5ABEB0C5-DA3F-4DEF-989E-398DB7726EB2}" dt="2026-07-11T05:40:01.340" v="2155" actId="113"/>
          <ac:spMkLst>
            <pc:docMk/>
            <pc:sldMk cId="2903872985" sldId="270"/>
            <ac:spMk id="6" creationId="{22BF7675-9713-668E-38AD-BE5488C0FF43}"/>
          </ac:spMkLst>
        </pc:spChg>
        <pc:spChg chg="add mod">
          <ac:chgData name="rittika maity" userId="828310bd016f3a07" providerId="LiveId" clId="{5ABEB0C5-DA3F-4DEF-989E-398DB7726EB2}" dt="2026-07-18T08:30:41.760" v="3187" actId="20577"/>
          <ac:spMkLst>
            <pc:docMk/>
            <pc:sldMk cId="2903872985" sldId="270"/>
            <ac:spMk id="8" creationId="{B7370C22-A932-FFDA-A5DD-34A4F1D8A143}"/>
          </ac:spMkLst>
        </pc:spChg>
      </pc:sldChg>
      <pc:sldChg chg="addSp modSp new mod">
        <pc:chgData name="rittika maity" userId="828310bd016f3a07" providerId="LiveId" clId="{5ABEB0C5-DA3F-4DEF-989E-398DB7726EB2}" dt="2026-07-18T06:55:33.427" v="2998" actId="14100"/>
        <pc:sldMkLst>
          <pc:docMk/>
          <pc:sldMk cId="362146705" sldId="271"/>
        </pc:sldMkLst>
        <pc:spChg chg="add mod">
          <ac:chgData name="rittika maity" userId="828310bd016f3a07" providerId="LiveId" clId="{5ABEB0C5-DA3F-4DEF-989E-398DB7726EB2}" dt="2026-07-18T06:48:51.742" v="2985" actId="14100"/>
          <ac:spMkLst>
            <pc:docMk/>
            <pc:sldMk cId="362146705" sldId="271"/>
            <ac:spMk id="3" creationId="{7E24E988-C524-FC29-3F1D-6FD7446DFEDF}"/>
          </ac:spMkLst>
        </pc:spChg>
        <pc:spChg chg="add mod">
          <ac:chgData name="rittika maity" userId="828310bd016f3a07" providerId="LiveId" clId="{5ABEB0C5-DA3F-4DEF-989E-398DB7726EB2}" dt="2026-07-18T06:48:36.302" v="2982" actId="20577"/>
          <ac:spMkLst>
            <pc:docMk/>
            <pc:sldMk cId="362146705" sldId="271"/>
            <ac:spMk id="11" creationId="{B8AFABDF-7E1E-8FB9-E0BD-ED7D15833A9F}"/>
          </ac:spMkLst>
        </pc:spChg>
        <pc:spChg chg="add mod">
          <ac:chgData name="rittika maity" userId="828310bd016f3a07" providerId="LiveId" clId="{5ABEB0C5-DA3F-4DEF-989E-398DB7726EB2}" dt="2026-07-18T06:55:30.254" v="2997" actId="1076"/>
          <ac:spMkLst>
            <pc:docMk/>
            <pc:sldMk cId="362146705" sldId="271"/>
            <ac:spMk id="13" creationId="{B58D76D6-C089-CD64-521B-711DEF305537}"/>
          </ac:spMkLst>
        </pc:spChg>
        <pc:picChg chg="add mod">
          <ac:chgData name="rittika maity" userId="828310bd016f3a07" providerId="LiveId" clId="{5ABEB0C5-DA3F-4DEF-989E-398DB7726EB2}" dt="2026-07-18T05:28:58.509" v="2358" actId="14100"/>
          <ac:picMkLst>
            <pc:docMk/>
            <pc:sldMk cId="362146705" sldId="271"/>
            <ac:picMk id="5" creationId="{4EE15D5D-24BA-555F-6513-B405F3D5D164}"/>
          </ac:picMkLst>
        </pc:picChg>
        <pc:picChg chg="add mod">
          <ac:chgData name="rittika maity" userId="828310bd016f3a07" providerId="LiveId" clId="{5ABEB0C5-DA3F-4DEF-989E-398DB7726EB2}" dt="2026-07-18T05:28:53.253" v="2357" actId="14100"/>
          <ac:picMkLst>
            <pc:docMk/>
            <pc:sldMk cId="362146705" sldId="271"/>
            <ac:picMk id="7" creationId="{CF231DDA-20EE-FCA5-BF16-13AE872877BD}"/>
          </ac:picMkLst>
        </pc:picChg>
        <pc:picChg chg="add mod">
          <ac:chgData name="rittika maity" userId="828310bd016f3a07" providerId="LiveId" clId="{5ABEB0C5-DA3F-4DEF-989E-398DB7726EB2}" dt="2026-07-18T06:55:33.427" v="2998" actId="14100"/>
          <ac:picMkLst>
            <pc:docMk/>
            <pc:sldMk cId="362146705" sldId="271"/>
            <ac:picMk id="9" creationId="{76062D50-DF3B-A26C-6179-AB881FE00067}"/>
          </ac:picMkLst>
        </pc:picChg>
      </pc:sldChg>
      <pc:sldChg chg="addSp modSp new mod">
        <pc:chgData name="rittika maity" userId="828310bd016f3a07" providerId="LiveId" clId="{5ABEB0C5-DA3F-4DEF-989E-398DB7726EB2}" dt="2026-07-18T07:06:33.021" v="3021" actId="20577"/>
        <pc:sldMkLst>
          <pc:docMk/>
          <pc:sldMk cId="3087779916" sldId="272"/>
        </pc:sldMkLst>
        <pc:spChg chg="add mod">
          <ac:chgData name="rittika maity" userId="828310bd016f3a07" providerId="LiveId" clId="{5ABEB0C5-DA3F-4DEF-989E-398DB7726EB2}" dt="2026-07-18T07:06:26.640" v="3018" actId="14100"/>
          <ac:spMkLst>
            <pc:docMk/>
            <pc:sldMk cId="3087779916" sldId="272"/>
            <ac:spMk id="3" creationId="{0224C2FC-83FC-3795-8940-CC661456D14E}"/>
          </ac:spMkLst>
        </pc:spChg>
        <pc:spChg chg="add mod">
          <ac:chgData name="rittika maity" userId="828310bd016f3a07" providerId="LiveId" clId="{5ABEB0C5-DA3F-4DEF-989E-398DB7726EB2}" dt="2026-07-18T07:02:01.891" v="3013" actId="1076"/>
          <ac:spMkLst>
            <pc:docMk/>
            <pc:sldMk cId="3087779916" sldId="272"/>
            <ac:spMk id="11" creationId="{765B5561-5842-EEE8-7FDE-FED5C74007B1}"/>
          </ac:spMkLst>
        </pc:spChg>
        <pc:spChg chg="add mod">
          <ac:chgData name="rittika maity" userId="828310bd016f3a07" providerId="LiveId" clId="{5ABEB0C5-DA3F-4DEF-989E-398DB7726EB2}" dt="2026-07-18T07:06:33.021" v="3021" actId="20577"/>
          <ac:spMkLst>
            <pc:docMk/>
            <pc:sldMk cId="3087779916" sldId="272"/>
            <ac:spMk id="13" creationId="{994DFE35-BC3B-8184-2B2B-A76E681585D1}"/>
          </ac:spMkLst>
        </pc:spChg>
        <pc:picChg chg="add mod">
          <ac:chgData name="rittika maity" userId="828310bd016f3a07" providerId="LiveId" clId="{5ABEB0C5-DA3F-4DEF-989E-398DB7726EB2}" dt="2026-07-18T05:33:15.919" v="2409" actId="14100"/>
          <ac:picMkLst>
            <pc:docMk/>
            <pc:sldMk cId="3087779916" sldId="272"/>
            <ac:picMk id="5" creationId="{1A399360-6FEB-4957-7BA9-854CEE947D22}"/>
          </ac:picMkLst>
        </pc:picChg>
        <pc:picChg chg="add mod">
          <ac:chgData name="rittika maity" userId="828310bd016f3a07" providerId="LiveId" clId="{5ABEB0C5-DA3F-4DEF-989E-398DB7726EB2}" dt="2026-07-18T05:33:20.151" v="2410" actId="14100"/>
          <ac:picMkLst>
            <pc:docMk/>
            <pc:sldMk cId="3087779916" sldId="272"/>
            <ac:picMk id="7" creationId="{98BFC8B9-8639-C244-3B52-556421D62237}"/>
          </ac:picMkLst>
        </pc:picChg>
        <pc:picChg chg="add mod">
          <ac:chgData name="rittika maity" userId="828310bd016f3a07" providerId="LiveId" clId="{5ABEB0C5-DA3F-4DEF-989E-398DB7726EB2}" dt="2026-07-18T07:02:08.707" v="3014" actId="14100"/>
          <ac:picMkLst>
            <pc:docMk/>
            <pc:sldMk cId="3087779916" sldId="272"/>
            <ac:picMk id="9" creationId="{005F767D-F8BB-84E8-74AC-86A77F9ED6B9}"/>
          </ac:picMkLst>
        </pc:picChg>
      </pc:sldChg>
      <pc:sldChg chg="addSp delSp modSp new mod">
        <pc:chgData name="rittika maity" userId="828310bd016f3a07" providerId="LiveId" clId="{5ABEB0C5-DA3F-4DEF-989E-398DB7726EB2}" dt="2026-07-18T08:05:02.442" v="3086" actId="14100"/>
        <pc:sldMkLst>
          <pc:docMk/>
          <pc:sldMk cId="4273824530" sldId="273"/>
        </pc:sldMkLst>
        <pc:spChg chg="add mod">
          <ac:chgData name="rittika maity" userId="828310bd016f3a07" providerId="LiveId" clId="{5ABEB0C5-DA3F-4DEF-989E-398DB7726EB2}" dt="2026-07-18T05:38:19.789" v="2446" actId="20577"/>
          <ac:spMkLst>
            <pc:docMk/>
            <pc:sldMk cId="4273824530" sldId="273"/>
            <ac:spMk id="3" creationId="{5A2E7D3C-1BB7-8089-731C-3A3A6E23DACE}"/>
          </ac:spMkLst>
        </pc:spChg>
        <pc:spChg chg="add del">
          <ac:chgData name="rittika maity" userId="828310bd016f3a07" providerId="LiveId" clId="{5ABEB0C5-DA3F-4DEF-989E-398DB7726EB2}" dt="2026-07-18T07:07:27.688" v="3025" actId="22"/>
          <ac:spMkLst>
            <pc:docMk/>
            <pc:sldMk cId="4273824530" sldId="273"/>
            <ac:spMk id="11" creationId="{30BEA756-EC5E-92A4-52D8-9D0AAC2D64C8}"/>
          </ac:spMkLst>
        </pc:spChg>
        <pc:spChg chg="add mod">
          <ac:chgData name="rittika maity" userId="828310bd016f3a07" providerId="LiveId" clId="{5ABEB0C5-DA3F-4DEF-989E-398DB7726EB2}" dt="2026-07-18T08:04:58.596" v="3085" actId="14100"/>
          <ac:spMkLst>
            <pc:docMk/>
            <pc:sldMk cId="4273824530" sldId="273"/>
            <ac:spMk id="13" creationId="{10E439A7-6A99-D09C-3373-E5476D7CC549}"/>
          </ac:spMkLst>
        </pc:spChg>
        <pc:spChg chg="add mod">
          <ac:chgData name="rittika maity" userId="828310bd016f3a07" providerId="LiveId" clId="{5ABEB0C5-DA3F-4DEF-989E-398DB7726EB2}" dt="2026-07-18T07:56:20.563" v="3033" actId="20577"/>
          <ac:spMkLst>
            <pc:docMk/>
            <pc:sldMk cId="4273824530" sldId="273"/>
            <ac:spMk id="15" creationId="{DDB35987-2D24-7F5D-E52B-225E0A2179E9}"/>
          </ac:spMkLst>
        </pc:spChg>
        <pc:picChg chg="add mod">
          <ac:chgData name="rittika maity" userId="828310bd016f3a07" providerId="LiveId" clId="{5ABEB0C5-DA3F-4DEF-989E-398DB7726EB2}" dt="2026-07-18T05:39:38.719" v="2454" actId="1440"/>
          <ac:picMkLst>
            <pc:docMk/>
            <pc:sldMk cId="4273824530" sldId="273"/>
            <ac:picMk id="5" creationId="{36DD47FE-4582-F96A-2DF7-032DF066DD22}"/>
          </ac:picMkLst>
        </pc:picChg>
        <pc:picChg chg="add mod">
          <ac:chgData name="rittika maity" userId="828310bd016f3a07" providerId="LiveId" clId="{5ABEB0C5-DA3F-4DEF-989E-398DB7726EB2}" dt="2026-07-18T05:39:41.809" v="2455" actId="1440"/>
          <ac:picMkLst>
            <pc:docMk/>
            <pc:sldMk cId="4273824530" sldId="273"/>
            <ac:picMk id="7" creationId="{5D948082-8DBF-78F9-2DD9-9B428EFD8C7C}"/>
          </ac:picMkLst>
        </pc:picChg>
        <pc:picChg chg="add mod">
          <ac:chgData name="rittika maity" userId="828310bd016f3a07" providerId="LiveId" clId="{5ABEB0C5-DA3F-4DEF-989E-398DB7726EB2}" dt="2026-07-18T08:05:02.442" v="3086" actId="14100"/>
          <ac:picMkLst>
            <pc:docMk/>
            <pc:sldMk cId="4273824530" sldId="273"/>
            <ac:picMk id="9" creationId="{0AA4E845-A552-ED80-E7B6-BF91D16FC59F}"/>
          </ac:picMkLst>
        </pc:picChg>
      </pc:sldChg>
      <pc:sldChg chg="addSp modSp new mod">
        <pc:chgData name="rittika maity" userId="828310bd016f3a07" providerId="LiveId" clId="{5ABEB0C5-DA3F-4DEF-989E-398DB7726EB2}" dt="2026-07-18T08:03:15.933" v="3069" actId="14100"/>
        <pc:sldMkLst>
          <pc:docMk/>
          <pc:sldMk cId="1851532781" sldId="274"/>
        </pc:sldMkLst>
        <pc:spChg chg="add mod">
          <ac:chgData name="rittika maity" userId="828310bd016f3a07" providerId="LiveId" clId="{5ABEB0C5-DA3F-4DEF-989E-398DB7726EB2}" dt="2026-07-18T06:34:28.487" v="2926" actId="20577"/>
          <ac:spMkLst>
            <pc:docMk/>
            <pc:sldMk cId="1851532781" sldId="274"/>
            <ac:spMk id="3" creationId="{12763C9A-DCFB-22DE-898C-EF9EC58ACAAB}"/>
          </ac:spMkLst>
        </pc:spChg>
        <pc:spChg chg="add mod">
          <ac:chgData name="rittika maity" userId="828310bd016f3a07" providerId="LiveId" clId="{5ABEB0C5-DA3F-4DEF-989E-398DB7726EB2}" dt="2026-07-18T07:59:02.108" v="3047" actId="20577"/>
          <ac:spMkLst>
            <pc:docMk/>
            <pc:sldMk cId="1851532781" sldId="274"/>
            <ac:spMk id="11" creationId="{23FB90CD-4EB0-70BD-3AA1-9DB725BD4851}"/>
          </ac:spMkLst>
        </pc:spChg>
        <pc:spChg chg="add mod">
          <ac:chgData name="rittika maity" userId="828310bd016f3a07" providerId="LiveId" clId="{5ABEB0C5-DA3F-4DEF-989E-398DB7726EB2}" dt="2026-07-18T08:03:15.933" v="3069" actId="14100"/>
          <ac:spMkLst>
            <pc:docMk/>
            <pc:sldMk cId="1851532781" sldId="274"/>
            <ac:spMk id="13" creationId="{FB8BB95C-9B81-DD90-143E-D1261D2DE06F}"/>
          </ac:spMkLst>
        </pc:spChg>
        <pc:picChg chg="add mod">
          <ac:chgData name="rittika maity" userId="828310bd016f3a07" providerId="LiveId" clId="{5ABEB0C5-DA3F-4DEF-989E-398DB7726EB2}" dt="2026-07-18T05:44:07.964" v="2489" actId="14100"/>
          <ac:picMkLst>
            <pc:docMk/>
            <pc:sldMk cId="1851532781" sldId="274"/>
            <ac:picMk id="5" creationId="{7FC98A73-4008-D8C9-9184-807E1A784A75}"/>
          </ac:picMkLst>
        </pc:picChg>
        <pc:picChg chg="add mod">
          <ac:chgData name="rittika maity" userId="828310bd016f3a07" providerId="LiveId" clId="{5ABEB0C5-DA3F-4DEF-989E-398DB7726EB2}" dt="2026-07-18T05:44:14.336" v="2490" actId="1440"/>
          <ac:picMkLst>
            <pc:docMk/>
            <pc:sldMk cId="1851532781" sldId="274"/>
            <ac:picMk id="7" creationId="{E70398DF-BF03-A3E0-8555-3814789B0B9A}"/>
          </ac:picMkLst>
        </pc:picChg>
        <pc:picChg chg="add mod">
          <ac:chgData name="rittika maity" userId="828310bd016f3a07" providerId="LiveId" clId="{5ABEB0C5-DA3F-4DEF-989E-398DB7726EB2}" dt="2026-07-18T07:59:10.116" v="3048" actId="14100"/>
          <ac:picMkLst>
            <pc:docMk/>
            <pc:sldMk cId="1851532781" sldId="274"/>
            <ac:picMk id="9" creationId="{1572AA97-3DAA-B316-C2DF-2C95D214A577}"/>
          </ac:picMkLst>
        </pc:picChg>
      </pc:sldChg>
      <pc:sldChg chg="addSp modSp new mod">
        <pc:chgData name="rittika maity" userId="828310bd016f3a07" providerId="LiveId" clId="{5ABEB0C5-DA3F-4DEF-989E-398DB7726EB2}" dt="2026-07-18T08:12:20.685" v="3121" actId="1076"/>
        <pc:sldMkLst>
          <pc:docMk/>
          <pc:sldMk cId="3444751070" sldId="275"/>
        </pc:sldMkLst>
        <pc:spChg chg="add mod">
          <ac:chgData name="rittika maity" userId="828310bd016f3a07" providerId="LiveId" clId="{5ABEB0C5-DA3F-4DEF-989E-398DB7726EB2}" dt="2026-07-18T05:51:16.761" v="2556" actId="404"/>
          <ac:spMkLst>
            <pc:docMk/>
            <pc:sldMk cId="3444751070" sldId="275"/>
            <ac:spMk id="3" creationId="{042D2E5E-351F-7C14-9481-175D6AF89D18}"/>
          </ac:spMkLst>
        </pc:spChg>
        <pc:spChg chg="add mod">
          <ac:chgData name="rittika maity" userId="828310bd016f3a07" providerId="LiveId" clId="{5ABEB0C5-DA3F-4DEF-989E-398DB7726EB2}" dt="2026-07-18T08:11:50.856" v="3117" actId="14100"/>
          <ac:spMkLst>
            <pc:docMk/>
            <pc:sldMk cId="3444751070" sldId="275"/>
            <ac:spMk id="11" creationId="{BFFBF2BE-B71A-5ABE-2613-025B58C2F7FA}"/>
          </ac:spMkLst>
        </pc:spChg>
        <pc:spChg chg="add mod">
          <ac:chgData name="rittika maity" userId="828310bd016f3a07" providerId="LiveId" clId="{5ABEB0C5-DA3F-4DEF-989E-398DB7726EB2}" dt="2026-07-18T08:12:20.685" v="3121" actId="1076"/>
          <ac:spMkLst>
            <pc:docMk/>
            <pc:sldMk cId="3444751070" sldId="275"/>
            <ac:spMk id="13" creationId="{A48884B8-3888-7804-AC4F-C672025BA2A6}"/>
          </ac:spMkLst>
        </pc:spChg>
        <pc:picChg chg="add mod">
          <ac:chgData name="rittika maity" userId="828310bd016f3a07" providerId="LiveId" clId="{5ABEB0C5-DA3F-4DEF-989E-398DB7726EB2}" dt="2026-07-18T05:50:05.685" v="2548" actId="1440"/>
          <ac:picMkLst>
            <pc:docMk/>
            <pc:sldMk cId="3444751070" sldId="275"/>
            <ac:picMk id="5" creationId="{E98E7522-0E21-09B5-35FB-E27304C05457}"/>
          </ac:picMkLst>
        </pc:picChg>
        <pc:picChg chg="add mod">
          <ac:chgData name="rittika maity" userId="828310bd016f3a07" providerId="LiveId" clId="{5ABEB0C5-DA3F-4DEF-989E-398DB7726EB2}" dt="2026-07-18T05:50:17.068" v="2550" actId="14100"/>
          <ac:picMkLst>
            <pc:docMk/>
            <pc:sldMk cId="3444751070" sldId="275"/>
            <ac:picMk id="7" creationId="{1ACF530C-4C80-971D-D0CA-D14F361FA9FF}"/>
          </ac:picMkLst>
        </pc:picChg>
        <pc:picChg chg="add mod">
          <ac:chgData name="rittika maity" userId="828310bd016f3a07" providerId="LiveId" clId="{5ABEB0C5-DA3F-4DEF-989E-398DB7726EB2}" dt="2026-07-18T08:11:39.365" v="3114" actId="14100"/>
          <ac:picMkLst>
            <pc:docMk/>
            <pc:sldMk cId="3444751070" sldId="275"/>
            <ac:picMk id="9" creationId="{4C8B41B7-D6EF-D3E1-A5E9-FDAEFA287C98}"/>
          </ac:picMkLst>
        </pc:picChg>
      </pc:sldChg>
      <pc:sldChg chg="addSp modSp new mod">
        <pc:chgData name="rittika maity" userId="828310bd016f3a07" providerId="LiveId" clId="{5ABEB0C5-DA3F-4DEF-989E-398DB7726EB2}" dt="2026-07-18T08:15:37.454" v="3136" actId="14100"/>
        <pc:sldMkLst>
          <pc:docMk/>
          <pc:sldMk cId="1427008592" sldId="276"/>
        </pc:sldMkLst>
        <pc:spChg chg="add mod">
          <ac:chgData name="rittika maity" userId="828310bd016f3a07" providerId="LiveId" clId="{5ABEB0C5-DA3F-4DEF-989E-398DB7726EB2}" dt="2026-07-18T05:55:41.848" v="2608" actId="20577"/>
          <ac:spMkLst>
            <pc:docMk/>
            <pc:sldMk cId="1427008592" sldId="276"/>
            <ac:spMk id="3" creationId="{AD1AC818-9346-8332-4E80-616E01504308}"/>
          </ac:spMkLst>
        </pc:spChg>
        <pc:spChg chg="add mod">
          <ac:chgData name="rittika maity" userId="828310bd016f3a07" providerId="LiveId" clId="{5ABEB0C5-DA3F-4DEF-989E-398DB7726EB2}" dt="2026-07-18T08:12:41.409" v="3125" actId="1076"/>
          <ac:spMkLst>
            <pc:docMk/>
            <pc:sldMk cId="1427008592" sldId="276"/>
            <ac:spMk id="11" creationId="{DCEBA84E-7D5F-BB20-B70D-655BEBEF9C4B}"/>
          </ac:spMkLst>
        </pc:spChg>
        <pc:spChg chg="add mod">
          <ac:chgData name="rittika maity" userId="828310bd016f3a07" providerId="LiveId" clId="{5ABEB0C5-DA3F-4DEF-989E-398DB7726EB2}" dt="2026-07-18T08:15:37.454" v="3136" actId="14100"/>
          <ac:spMkLst>
            <pc:docMk/>
            <pc:sldMk cId="1427008592" sldId="276"/>
            <ac:spMk id="13" creationId="{282377B4-1FBC-1543-67D3-AAAC898B6E43}"/>
          </ac:spMkLst>
        </pc:spChg>
        <pc:picChg chg="add mod">
          <ac:chgData name="rittika maity" userId="828310bd016f3a07" providerId="LiveId" clId="{5ABEB0C5-DA3F-4DEF-989E-398DB7726EB2}" dt="2026-07-18T05:53:52.389" v="2564"/>
          <ac:picMkLst>
            <pc:docMk/>
            <pc:sldMk cId="1427008592" sldId="276"/>
            <ac:picMk id="5" creationId="{F37BD822-0D8A-DD0D-2088-9F8A93CFD653}"/>
          </ac:picMkLst>
        </pc:picChg>
        <pc:picChg chg="add mod">
          <ac:chgData name="rittika maity" userId="828310bd016f3a07" providerId="LiveId" clId="{5ABEB0C5-DA3F-4DEF-989E-398DB7726EB2}" dt="2026-07-18T05:54:45.354" v="2571" actId="1440"/>
          <ac:picMkLst>
            <pc:docMk/>
            <pc:sldMk cId="1427008592" sldId="276"/>
            <ac:picMk id="7" creationId="{83E9C2E8-F75C-2CF6-9036-64784ECC3822}"/>
          </ac:picMkLst>
        </pc:picChg>
        <pc:picChg chg="add mod">
          <ac:chgData name="rittika maity" userId="828310bd016f3a07" providerId="LiveId" clId="{5ABEB0C5-DA3F-4DEF-989E-398DB7726EB2}" dt="2026-07-18T08:15:26.545" v="3134" actId="14100"/>
          <ac:picMkLst>
            <pc:docMk/>
            <pc:sldMk cId="1427008592" sldId="276"/>
            <ac:picMk id="9" creationId="{9F6BC9F0-C734-5E2F-B4A9-085653ED5273}"/>
          </ac:picMkLst>
        </pc:picChg>
      </pc:sldChg>
      <pc:sldChg chg="addSp modSp new mod">
        <pc:chgData name="rittika maity" userId="828310bd016f3a07" providerId="LiveId" clId="{5ABEB0C5-DA3F-4DEF-989E-398DB7726EB2}" dt="2026-07-18T08:21:34.799" v="3163" actId="20577"/>
        <pc:sldMkLst>
          <pc:docMk/>
          <pc:sldMk cId="3319067821" sldId="277"/>
        </pc:sldMkLst>
        <pc:spChg chg="add mod">
          <ac:chgData name="rittika maity" userId="828310bd016f3a07" providerId="LiveId" clId="{5ABEB0C5-DA3F-4DEF-989E-398DB7726EB2}" dt="2026-07-18T05:59:28.200" v="2666" actId="14100"/>
          <ac:spMkLst>
            <pc:docMk/>
            <pc:sldMk cId="3319067821" sldId="277"/>
            <ac:spMk id="3" creationId="{79B223EF-4F45-96B4-9DEE-A9F29572A105}"/>
          </ac:spMkLst>
        </pc:spChg>
        <pc:spChg chg="add mod">
          <ac:chgData name="rittika maity" userId="828310bd016f3a07" providerId="LiveId" clId="{5ABEB0C5-DA3F-4DEF-989E-398DB7726EB2}" dt="2026-07-18T08:18:45.301" v="3147" actId="14100"/>
          <ac:spMkLst>
            <pc:docMk/>
            <pc:sldMk cId="3319067821" sldId="277"/>
            <ac:spMk id="9" creationId="{E27FF4B7-9815-B292-A189-BA8D03ED1E32}"/>
          </ac:spMkLst>
        </pc:spChg>
        <pc:spChg chg="add mod">
          <ac:chgData name="rittika maity" userId="828310bd016f3a07" providerId="LiveId" clId="{5ABEB0C5-DA3F-4DEF-989E-398DB7726EB2}" dt="2026-07-18T08:21:34.799" v="3163" actId="20577"/>
          <ac:spMkLst>
            <pc:docMk/>
            <pc:sldMk cId="3319067821" sldId="277"/>
            <ac:spMk id="11" creationId="{D6E4DAF1-FD58-FC46-4D0F-4DF3434C6822}"/>
          </ac:spMkLst>
        </pc:spChg>
        <pc:picChg chg="add mod">
          <ac:chgData name="rittika maity" userId="828310bd016f3a07" providerId="LiveId" clId="{5ABEB0C5-DA3F-4DEF-989E-398DB7726EB2}" dt="2026-07-18T05:59:35.794" v="2667" actId="14100"/>
          <ac:picMkLst>
            <pc:docMk/>
            <pc:sldMk cId="3319067821" sldId="277"/>
            <ac:picMk id="5" creationId="{CB58D43E-4CE6-D92B-7D4A-3C76A9339967}"/>
          </ac:picMkLst>
        </pc:picChg>
        <pc:picChg chg="add mod">
          <ac:chgData name="rittika maity" userId="828310bd016f3a07" providerId="LiveId" clId="{5ABEB0C5-DA3F-4DEF-989E-398DB7726EB2}" dt="2026-07-18T08:18:31.794" v="3145" actId="14100"/>
          <ac:picMkLst>
            <pc:docMk/>
            <pc:sldMk cId="3319067821" sldId="277"/>
            <ac:picMk id="7" creationId="{F7635A48-FB75-6EBA-F77E-28B6337802B7}"/>
          </ac:picMkLst>
        </pc:picChg>
      </pc:sldChg>
      <pc:sldChg chg="addSp new del mod">
        <pc:chgData name="rittika maity" userId="828310bd016f3a07" providerId="LiveId" clId="{5ABEB0C5-DA3F-4DEF-989E-398DB7726EB2}" dt="2026-07-18T06:13:15.714" v="2782" actId="47"/>
        <pc:sldMkLst>
          <pc:docMk/>
          <pc:sldMk cId="3118400797" sldId="278"/>
        </pc:sldMkLst>
        <pc:spChg chg="add">
          <ac:chgData name="rittika maity" userId="828310bd016f3a07" providerId="LiveId" clId="{5ABEB0C5-DA3F-4DEF-989E-398DB7726EB2}" dt="2026-07-18T05:59:57.053" v="2669" actId="22"/>
          <ac:spMkLst>
            <pc:docMk/>
            <pc:sldMk cId="3118400797" sldId="278"/>
            <ac:spMk id="3" creationId="{7D3BF2D5-391D-20B2-5EE4-B7A2B6350933}"/>
          </ac:spMkLst>
        </pc:spChg>
      </pc:sldChg>
      <pc:sldChg chg="addSp delSp modSp new mod">
        <pc:chgData name="rittika maity" userId="828310bd016f3a07" providerId="LiveId" clId="{5ABEB0C5-DA3F-4DEF-989E-398DB7726EB2}" dt="2026-07-18T06:18:49.585" v="2789" actId="14100"/>
        <pc:sldMkLst>
          <pc:docMk/>
          <pc:sldMk cId="3281962859" sldId="278"/>
        </pc:sldMkLst>
        <pc:spChg chg="del">
          <ac:chgData name="rittika maity" userId="828310bd016f3a07" providerId="LiveId" clId="{5ABEB0C5-DA3F-4DEF-989E-398DB7726EB2}" dt="2026-07-18T06:18:16.662" v="2784" actId="478"/>
          <ac:spMkLst>
            <pc:docMk/>
            <pc:sldMk cId="3281962859" sldId="278"/>
            <ac:spMk id="2" creationId="{205EFB2D-55B8-9CE1-E366-F05DDC9A536B}"/>
          </ac:spMkLst>
        </pc:spChg>
        <pc:spChg chg="del">
          <ac:chgData name="rittika maity" userId="828310bd016f3a07" providerId="LiveId" clId="{5ABEB0C5-DA3F-4DEF-989E-398DB7726EB2}" dt="2026-07-18T06:18:31.142" v="2785" actId="931"/>
          <ac:spMkLst>
            <pc:docMk/>
            <pc:sldMk cId="3281962859" sldId="278"/>
            <ac:spMk id="3" creationId="{EF1AB68B-29CC-39CD-79B8-D1DCA683C426}"/>
          </ac:spMkLst>
        </pc:spChg>
        <pc:picChg chg="add mod ord">
          <ac:chgData name="rittika maity" userId="828310bd016f3a07" providerId="LiveId" clId="{5ABEB0C5-DA3F-4DEF-989E-398DB7726EB2}" dt="2026-07-18T06:18:49.585" v="2789" actId="14100"/>
          <ac:picMkLst>
            <pc:docMk/>
            <pc:sldMk cId="3281962859" sldId="278"/>
            <ac:picMk id="5" creationId="{A74B9BEC-C6A9-EBF4-064B-7FD0C6DD2F0D}"/>
          </ac:picMkLst>
        </pc:picChg>
      </pc:sldChg>
      <pc:sldChg chg="addSp delSp modSp new del mod">
        <pc:chgData name="rittika maity" userId="828310bd016f3a07" providerId="LiveId" clId="{5ABEB0C5-DA3F-4DEF-989E-398DB7726EB2}" dt="2026-07-18T06:12:58.138" v="2781" actId="47"/>
        <pc:sldMkLst>
          <pc:docMk/>
          <pc:sldMk cId="310366441" sldId="279"/>
        </pc:sldMkLst>
        <pc:picChg chg="add del mod">
          <ac:chgData name="rittika maity" userId="828310bd016f3a07" providerId="LiveId" clId="{5ABEB0C5-DA3F-4DEF-989E-398DB7726EB2}" dt="2026-07-18T06:04:46.512" v="2691" actId="21"/>
          <ac:picMkLst>
            <pc:docMk/>
            <pc:sldMk cId="310366441" sldId="279"/>
            <ac:picMk id="3" creationId="{BAFF50BB-2407-049E-25B4-1CFFCB6B4929}"/>
          </ac:picMkLst>
        </pc:picChg>
        <pc:picChg chg="add del mod">
          <ac:chgData name="rittika maity" userId="828310bd016f3a07" providerId="LiveId" clId="{5ABEB0C5-DA3F-4DEF-989E-398DB7726EB2}" dt="2026-07-18T06:05:20.231" v="2695" actId="21"/>
          <ac:picMkLst>
            <pc:docMk/>
            <pc:sldMk cId="310366441" sldId="279"/>
            <ac:picMk id="5" creationId="{BD5BA1A2-D842-D656-7106-B7F60883AA50}"/>
          </ac:picMkLst>
        </pc:picChg>
        <pc:picChg chg="add del mod">
          <ac:chgData name="rittika maity" userId="828310bd016f3a07" providerId="LiveId" clId="{5ABEB0C5-DA3F-4DEF-989E-398DB7726EB2}" dt="2026-07-18T06:05:40.179" v="2700" actId="21"/>
          <ac:picMkLst>
            <pc:docMk/>
            <pc:sldMk cId="310366441" sldId="279"/>
            <ac:picMk id="7" creationId="{528D8983-02B1-B0CE-E393-9A86E3E1E5BD}"/>
          </ac:picMkLst>
        </pc:picChg>
      </pc:sldChg>
      <pc:sldChg chg="addSp delSp modSp new mod">
        <pc:chgData name="rittika maity" userId="828310bd016f3a07" providerId="LiveId" clId="{5ABEB0C5-DA3F-4DEF-989E-398DB7726EB2}" dt="2026-07-18T06:22:11.368" v="2796" actId="14100"/>
        <pc:sldMkLst>
          <pc:docMk/>
          <pc:sldMk cId="3938752574" sldId="279"/>
        </pc:sldMkLst>
        <pc:spChg chg="del">
          <ac:chgData name="rittika maity" userId="828310bd016f3a07" providerId="LiveId" clId="{5ABEB0C5-DA3F-4DEF-989E-398DB7726EB2}" dt="2026-07-18T06:21:41.021" v="2791" actId="478"/>
          <ac:spMkLst>
            <pc:docMk/>
            <pc:sldMk cId="3938752574" sldId="279"/>
            <ac:spMk id="2" creationId="{ABD5CF0D-8160-328B-8577-2770892E7E9C}"/>
          </ac:spMkLst>
        </pc:spChg>
        <pc:spChg chg="del">
          <ac:chgData name="rittika maity" userId="828310bd016f3a07" providerId="LiveId" clId="{5ABEB0C5-DA3F-4DEF-989E-398DB7726EB2}" dt="2026-07-18T06:21:50.783" v="2792" actId="931"/>
          <ac:spMkLst>
            <pc:docMk/>
            <pc:sldMk cId="3938752574" sldId="279"/>
            <ac:spMk id="3" creationId="{3FA0F2C4-CEFF-0EBD-DAA6-02D4838655CD}"/>
          </ac:spMkLst>
        </pc:spChg>
        <pc:picChg chg="add mod ord">
          <ac:chgData name="rittika maity" userId="828310bd016f3a07" providerId="LiveId" clId="{5ABEB0C5-DA3F-4DEF-989E-398DB7726EB2}" dt="2026-07-18T06:22:11.368" v="2796" actId="14100"/>
          <ac:picMkLst>
            <pc:docMk/>
            <pc:sldMk cId="3938752574" sldId="279"/>
            <ac:picMk id="5" creationId="{69315156-582E-BBC7-C587-E77E7517DB6B}"/>
          </ac:picMkLst>
        </pc:picChg>
      </pc:sldChg>
      <pc:sldChg chg="addSp modSp new mod">
        <pc:chgData name="rittika maity" userId="828310bd016f3a07" providerId="LiveId" clId="{5ABEB0C5-DA3F-4DEF-989E-398DB7726EB2}" dt="2026-07-18T06:25:21.646" v="2798" actId="931"/>
        <pc:sldMkLst>
          <pc:docMk/>
          <pc:sldMk cId="2480969249" sldId="280"/>
        </pc:sldMkLst>
        <pc:picChg chg="add mod">
          <ac:chgData name="rittika maity" userId="828310bd016f3a07" providerId="LiveId" clId="{5ABEB0C5-DA3F-4DEF-989E-398DB7726EB2}" dt="2026-07-18T06:25:21.646" v="2798" actId="931"/>
          <ac:picMkLst>
            <pc:docMk/>
            <pc:sldMk cId="2480969249" sldId="280"/>
            <ac:picMk id="3" creationId="{E15F9D92-E8D4-31E1-092C-DBF7C3816F72}"/>
          </ac:picMkLst>
        </pc:picChg>
      </pc:sldChg>
      <pc:sldChg chg="addSp modSp new mod">
        <pc:chgData name="rittika maity" userId="828310bd016f3a07" providerId="LiveId" clId="{5ABEB0C5-DA3F-4DEF-989E-398DB7726EB2}" dt="2026-07-18T06:59:21.079" v="3000" actId="931"/>
        <pc:sldMkLst>
          <pc:docMk/>
          <pc:sldMk cId="1795103184" sldId="281"/>
        </pc:sldMkLst>
        <pc:picChg chg="add mod">
          <ac:chgData name="rittika maity" userId="828310bd016f3a07" providerId="LiveId" clId="{5ABEB0C5-DA3F-4DEF-989E-398DB7726EB2}" dt="2026-07-18T06:59:21.079" v="3000" actId="931"/>
          <ac:picMkLst>
            <pc:docMk/>
            <pc:sldMk cId="1795103184" sldId="281"/>
            <ac:picMk id="3" creationId="{ADB0BA36-FEDC-3E76-F0A8-164A6E1388AB}"/>
          </ac:picMkLst>
        </pc:picChg>
      </pc:sldChg>
      <pc:sldChg chg="addSp modSp new del mod">
        <pc:chgData name="rittika maity" userId="828310bd016f3a07" providerId="LiveId" clId="{5ABEB0C5-DA3F-4DEF-989E-398DB7726EB2}" dt="2026-07-18T08:26:53.470" v="3181" actId="47"/>
        <pc:sldMkLst>
          <pc:docMk/>
          <pc:sldMk cId="393457656" sldId="282"/>
        </pc:sldMkLst>
        <pc:picChg chg="add mod">
          <ac:chgData name="rittika maity" userId="828310bd016f3a07" providerId="LiveId" clId="{5ABEB0C5-DA3F-4DEF-989E-398DB7726EB2}" dt="2026-07-18T08:25:08.309" v="3176" actId="931"/>
          <ac:picMkLst>
            <pc:docMk/>
            <pc:sldMk cId="393457656" sldId="282"/>
            <ac:picMk id="3" creationId="{31B1E9AC-4A70-E9B0-4192-A1471CBC0CBF}"/>
          </ac:picMkLst>
        </pc:picChg>
      </pc:sldChg>
      <pc:sldChg chg="addSp modSp new mod">
        <pc:chgData name="rittika maity" userId="828310bd016f3a07" providerId="LiveId" clId="{5ABEB0C5-DA3F-4DEF-989E-398DB7726EB2}" dt="2026-07-18T08:28:26.881" v="3183" actId="931"/>
        <pc:sldMkLst>
          <pc:docMk/>
          <pc:sldMk cId="1399104012" sldId="282"/>
        </pc:sldMkLst>
        <pc:picChg chg="add mod">
          <ac:chgData name="rittika maity" userId="828310bd016f3a07" providerId="LiveId" clId="{5ABEB0C5-DA3F-4DEF-989E-398DB7726EB2}" dt="2026-07-18T08:28:26.881" v="3183" actId="931"/>
          <ac:picMkLst>
            <pc:docMk/>
            <pc:sldMk cId="1399104012" sldId="282"/>
            <ac:picMk id="3" creationId="{B96D6807-4298-641F-1569-B78D8D049233}"/>
          </ac:picMkLst>
        </pc:picChg>
      </pc:sldChg>
      <pc:sldChg chg="addSp modSp new mod">
        <pc:chgData name="rittika maity" userId="828310bd016f3a07" providerId="LiveId" clId="{5ABEB0C5-DA3F-4DEF-989E-398DB7726EB2}" dt="2026-07-18T08:32:44.763" v="3189" actId="931"/>
        <pc:sldMkLst>
          <pc:docMk/>
          <pc:sldMk cId="1063306997" sldId="283"/>
        </pc:sldMkLst>
        <pc:picChg chg="add mod">
          <ac:chgData name="rittika maity" userId="828310bd016f3a07" providerId="LiveId" clId="{5ABEB0C5-DA3F-4DEF-989E-398DB7726EB2}" dt="2026-07-18T08:32:44.763" v="3189" actId="931"/>
          <ac:picMkLst>
            <pc:docMk/>
            <pc:sldMk cId="1063306997" sldId="283"/>
            <ac:picMk id="3" creationId="{9F7FCD32-DCDA-C3FB-89B3-2AF90B821A1F}"/>
          </ac:picMkLst>
        </pc:picChg>
      </pc:sldChg>
      <pc:sldMasterChg chg="modTransition modSldLayout">
        <pc:chgData name="rittika maity" userId="828310bd016f3a07" providerId="LiveId" clId="{5ABEB0C5-DA3F-4DEF-989E-398DB7726EB2}" dt="2026-07-11T05:44:29.846" v="2189"/>
        <pc:sldMasterMkLst>
          <pc:docMk/>
          <pc:sldMasterMk cId="2890446255" sldId="2147484222"/>
        </pc:sldMasterMkLst>
        <pc:sldLayoutChg chg="modTransition">
          <pc:chgData name="rittika maity" userId="828310bd016f3a07" providerId="LiveId" clId="{5ABEB0C5-DA3F-4DEF-989E-398DB7726EB2}" dt="2026-07-11T05:44:29.846" v="2189"/>
          <pc:sldLayoutMkLst>
            <pc:docMk/>
            <pc:sldMasterMk cId="2890446255" sldId="2147484222"/>
            <pc:sldLayoutMk cId="3365383201" sldId="2147484223"/>
          </pc:sldLayoutMkLst>
        </pc:sldLayoutChg>
        <pc:sldLayoutChg chg="modTransition">
          <pc:chgData name="rittika maity" userId="828310bd016f3a07" providerId="LiveId" clId="{5ABEB0C5-DA3F-4DEF-989E-398DB7726EB2}" dt="2026-07-11T05:44:29.846" v="2189"/>
          <pc:sldLayoutMkLst>
            <pc:docMk/>
            <pc:sldMasterMk cId="2890446255" sldId="2147484222"/>
            <pc:sldLayoutMk cId="3450036422" sldId="2147484224"/>
          </pc:sldLayoutMkLst>
        </pc:sldLayoutChg>
        <pc:sldLayoutChg chg="modTransition">
          <pc:chgData name="rittika maity" userId="828310bd016f3a07" providerId="LiveId" clId="{5ABEB0C5-DA3F-4DEF-989E-398DB7726EB2}" dt="2026-07-11T05:44:29.846" v="2189"/>
          <pc:sldLayoutMkLst>
            <pc:docMk/>
            <pc:sldMasterMk cId="2890446255" sldId="2147484222"/>
            <pc:sldLayoutMk cId="1211557039" sldId="2147484225"/>
          </pc:sldLayoutMkLst>
        </pc:sldLayoutChg>
        <pc:sldLayoutChg chg="modTransition">
          <pc:chgData name="rittika maity" userId="828310bd016f3a07" providerId="LiveId" clId="{5ABEB0C5-DA3F-4DEF-989E-398DB7726EB2}" dt="2026-07-11T05:44:29.846" v="2189"/>
          <pc:sldLayoutMkLst>
            <pc:docMk/>
            <pc:sldMasterMk cId="2890446255" sldId="2147484222"/>
            <pc:sldLayoutMk cId="4200977901" sldId="2147484226"/>
          </pc:sldLayoutMkLst>
        </pc:sldLayoutChg>
        <pc:sldLayoutChg chg="modTransition">
          <pc:chgData name="rittika maity" userId="828310bd016f3a07" providerId="LiveId" clId="{5ABEB0C5-DA3F-4DEF-989E-398DB7726EB2}" dt="2026-07-11T05:44:29.846" v="2189"/>
          <pc:sldLayoutMkLst>
            <pc:docMk/>
            <pc:sldMasterMk cId="2890446255" sldId="2147484222"/>
            <pc:sldLayoutMk cId="2448903626" sldId="2147484227"/>
          </pc:sldLayoutMkLst>
        </pc:sldLayoutChg>
        <pc:sldLayoutChg chg="modTransition">
          <pc:chgData name="rittika maity" userId="828310bd016f3a07" providerId="LiveId" clId="{5ABEB0C5-DA3F-4DEF-989E-398DB7726EB2}" dt="2026-07-11T05:44:29.846" v="2189"/>
          <pc:sldLayoutMkLst>
            <pc:docMk/>
            <pc:sldMasterMk cId="2890446255" sldId="2147484222"/>
            <pc:sldLayoutMk cId="3488187690" sldId="2147484228"/>
          </pc:sldLayoutMkLst>
        </pc:sldLayoutChg>
        <pc:sldLayoutChg chg="modTransition">
          <pc:chgData name="rittika maity" userId="828310bd016f3a07" providerId="LiveId" clId="{5ABEB0C5-DA3F-4DEF-989E-398DB7726EB2}" dt="2026-07-11T05:44:29.846" v="2189"/>
          <pc:sldLayoutMkLst>
            <pc:docMk/>
            <pc:sldMasterMk cId="2890446255" sldId="2147484222"/>
            <pc:sldLayoutMk cId="1492100984" sldId="2147484229"/>
          </pc:sldLayoutMkLst>
        </pc:sldLayoutChg>
        <pc:sldLayoutChg chg="modTransition">
          <pc:chgData name="rittika maity" userId="828310bd016f3a07" providerId="LiveId" clId="{5ABEB0C5-DA3F-4DEF-989E-398DB7726EB2}" dt="2026-07-11T05:44:29.846" v="2189"/>
          <pc:sldLayoutMkLst>
            <pc:docMk/>
            <pc:sldMasterMk cId="2890446255" sldId="2147484222"/>
            <pc:sldLayoutMk cId="2645263210" sldId="2147484230"/>
          </pc:sldLayoutMkLst>
        </pc:sldLayoutChg>
        <pc:sldLayoutChg chg="modTransition">
          <pc:chgData name="rittika maity" userId="828310bd016f3a07" providerId="LiveId" clId="{5ABEB0C5-DA3F-4DEF-989E-398DB7726EB2}" dt="2026-07-11T05:44:29.846" v="2189"/>
          <pc:sldLayoutMkLst>
            <pc:docMk/>
            <pc:sldMasterMk cId="2890446255" sldId="2147484222"/>
            <pc:sldLayoutMk cId="1161900795" sldId="2147484231"/>
          </pc:sldLayoutMkLst>
        </pc:sldLayoutChg>
        <pc:sldLayoutChg chg="modTransition">
          <pc:chgData name="rittika maity" userId="828310bd016f3a07" providerId="LiveId" clId="{5ABEB0C5-DA3F-4DEF-989E-398DB7726EB2}" dt="2026-07-11T05:44:29.846" v="2189"/>
          <pc:sldLayoutMkLst>
            <pc:docMk/>
            <pc:sldMasterMk cId="2890446255" sldId="2147484222"/>
            <pc:sldLayoutMk cId="683364822" sldId="2147484232"/>
          </pc:sldLayoutMkLst>
        </pc:sldLayoutChg>
        <pc:sldLayoutChg chg="modTransition">
          <pc:chgData name="rittika maity" userId="828310bd016f3a07" providerId="LiveId" clId="{5ABEB0C5-DA3F-4DEF-989E-398DB7726EB2}" dt="2026-07-11T05:44:29.846" v="2189"/>
          <pc:sldLayoutMkLst>
            <pc:docMk/>
            <pc:sldMasterMk cId="2890446255" sldId="2147484222"/>
            <pc:sldLayoutMk cId="25953209" sldId="2147484233"/>
          </pc:sldLayoutMkLst>
        </pc:sldLayoutChg>
        <pc:sldLayoutChg chg="modTransition">
          <pc:chgData name="rittika maity" userId="828310bd016f3a07" providerId="LiveId" clId="{5ABEB0C5-DA3F-4DEF-989E-398DB7726EB2}" dt="2026-07-11T05:44:29.846" v="2189"/>
          <pc:sldLayoutMkLst>
            <pc:docMk/>
            <pc:sldMasterMk cId="2890446255" sldId="2147484222"/>
            <pc:sldLayoutMk cId="3261291011" sldId="2147484234"/>
          </pc:sldLayoutMkLst>
        </pc:sldLayoutChg>
        <pc:sldLayoutChg chg="modTransition">
          <pc:chgData name="rittika maity" userId="828310bd016f3a07" providerId="LiveId" clId="{5ABEB0C5-DA3F-4DEF-989E-398DB7726EB2}" dt="2026-07-11T05:44:29.846" v="2189"/>
          <pc:sldLayoutMkLst>
            <pc:docMk/>
            <pc:sldMasterMk cId="2890446255" sldId="2147484222"/>
            <pc:sldLayoutMk cId="2504043964" sldId="2147484235"/>
          </pc:sldLayoutMkLst>
        </pc:sldLayoutChg>
        <pc:sldLayoutChg chg="modTransition">
          <pc:chgData name="rittika maity" userId="828310bd016f3a07" providerId="LiveId" clId="{5ABEB0C5-DA3F-4DEF-989E-398DB7726EB2}" dt="2026-07-11T05:44:29.846" v="2189"/>
          <pc:sldLayoutMkLst>
            <pc:docMk/>
            <pc:sldMasterMk cId="2890446255" sldId="2147484222"/>
            <pc:sldLayoutMk cId="295872652" sldId="2147484236"/>
          </pc:sldLayoutMkLst>
        </pc:sldLayoutChg>
        <pc:sldLayoutChg chg="modTransition">
          <pc:chgData name="rittika maity" userId="828310bd016f3a07" providerId="LiveId" clId="{5ABEB0C5-DA3F-4DEF-989E-398DB7726EB2}" dt="2026-07-11T05:44:29.846" v="2189"/>
          <pc:sldLayoutMkLst>
            <pc:docMk/>
            <pc:sldMasterMk cId="2890446255" sldId="2147484222"/>
            <pc:sldLayoutMk cId="3804368098" sldId="2147484237"/>
          </pc:sldLayoutMkLst>
        </pc:sldLayoutChg>
        <pc:sldLayoutChg chg="modTransition">
          <pc:chgData name="rittika maity" userId="828310bd016f3a07" providerId="LiveId" clId="{5ABEB0C5-DA3F-4DEF-989E-398DB7726EB2}" dt="2026-07-11T05:44:29.846" v="2189"/>
          <pc:sldLayoutMkLst>
            <pc:docMk/>
            <pc:sldMasterMk cId="2890446255" sldId="2147484222"/>
            <pc:sldLayoutMk cId="2829856976" sldId="2147484238"/>
          </pc:sldLayoutMkLst>
        </pc:sldLayoutChg>
        <pc:sldLayoutChg chg="modTransition">
          <pc:chgData name="rittika maity" userId="828310bd016f3a07" providerId="LiveId" clId="{5ABEB0C5-DA3F-4DEF-989E-398DB7726EB2}" dt="2026-07-11T05:44:29.846" v="2189"/>
          <pc:sldLayoutMkLst>
            <pc:docMk/>
            <pc:sldMasterMk cId="2890446255" sldId="2147484222"/>
            <pc:sldLayoutMk cId="456352861" sldId="2147484239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AFFA10-84F2-42C7-A0F7-261C03AE7BFD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7863F1-FF87-4488-84EE-A88E88D584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15172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7863F1-FF87-4488-84EE-A88E88D5846F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7952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7863F1-FF87-4488-84EE-A88E88D5846F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78122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664D19D1-673C-424A-86DD-9A4D2BB13341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1EC8F6DA-506B-49CC-A41C-7C76E0B5F6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5383201"/>
      </p:ext>
    </p:extLst>
  </p:cSld>
  <p:clrMapOvr>
    <a:masterClrMapping/>
  </p:clrMapOvr>
  <p:transition spd="slow">
    <p:cover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D19D1-673C-424A-86DD-9A4D2BB13341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8F6DA-506B-49CC-A41C-7C76E0B5F6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0036422"/>
      </p:ext>
    </p:extLst>
  </p:cSld>
  <p:clrMapOvr>
    <a:masterClrMapping/>
  </p:clrMapOvr>
  <p:transition spd="slow">
    <p:cover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D19D1-673C-424A-86DD-9A4D2BB13341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8F6DA-506B-49CC-A41C-7C76E0B5F6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1557039"/>
      </p:ext>
    </p:extLst>
  </p:cSld>
  <p:clrMapOvr>
    <a:masterClrMapping/>
  </p:clrMapOvr>
  <p:transition spd="slow">
    <p:cover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D19D1-673C-424A-86DD-9A4D2BB13341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8F6DA-506B-49CC-A41C-7C76E0B5F6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0977901"/>
      </p:ext>
    </p:extLst>
  </p:cSld>
  <p:clrMapOvr>
    <a:masterClrMapping/>
  </p:clrMapOvr>
  <p:transition spd="slow">
    <p:cover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D19D1-673C-424A-86DD-9A4D2BB13341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8F6DA-506B-49CC-A41C-7C76E0B5F6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8903626"/>
      </p:ext>
    </p:extLst>
  </p:cSld>
  <p:clrMapOvr>
    <a:masterClrMapping/>
  </p:clrMapOvr>
  <p:transition spd="slow">
    <p:cover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D19D1-673C-424A-86DD-9A4D2BB13341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8F6DA-506B-49CC-A41C-7C76E0B5F6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8187690"/>
      </p:ext>
    </p:extLst>
  </p:cSld>
  <p:clrMapOvr>
    <a:masterClrMapping/>
  </p:clrMapOvr>
  <p:transition spd="slow">
    <p:cover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D19D1-673C-424A-86DD-9A4D2BB13341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8F6DA-506B-49CC-A41C-7C76E0B5F6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2100984"/>
      </p:ext>
    </p:extLst>
  </p:cSld>
  <p:clrMapOvr>
    <a:masterClrMapping/>
  </p:clrMapOvr>
  <p:transition spd="slow">
    <p:cover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D19D1-673C-424A-86DD-9A4D2BB13341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8F6DA-506B-49CC-A41C-7C76E0B5F6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5263210"/>
      </p:ext>
    </p:extLst>
  </p:cSld>
  <p:clrMapOvr>
    <a:masterClrMapping/>
  </p:clrMapOvr>
  <p:transition spd="slow">
    <p:cover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D19D1-673C-424A-86DD-9A4D2BB13341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8F6DA-506B-49CC-A41C-7C76E0B5F6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1900795"/>
      </p:ext>
    </p:extLst>
  </p:cSld>
  <p:clrMapOvr>
    <a:masterClrMapping/>
  </p:clrMapOvr>
  <p:transition spd="slow">
    <p:cover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D19D1-673C-424A-86DD-9A4D2BB13341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8F6DA-506B-49CC-A41C-7C76E0B5F6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3364822"/>
      </p:ext>
    </p:extLst>
  </p:cSld>
  <p:clrMapOvr>
    <a:masterClrMapping/>
  </p:clrMapOvr>
  <p:transition spd="slow">
    <p:cover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D19D1-673C-424A-86DD-9A4D2BB13341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8F6DA-506B-49CC-A41C-7C76E0B5F6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53209"/>
      </p:ext>
    </p:extLst>
  </p:cSld>
  <p:clrMapOvr>
    <a:masterClrMapping/>
  </p:clrMapOvr>
  <p:transition spd="slow">
    <p:cover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D19D1-673C-424A-86DD-9A4D2BB13341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8F6DA-506B-49CC-A41C-7C76E0B5F6D8}" type="slidenum">
              <a:rPr lang="en-IN" smtClean="0"/>
              <a:t>‹#›</a:t>
            </a:fld>
            <a:endParaRPr lang="en-IN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61291011"/>
      </p:ext>
    </p:extLst>
  </p:cSld>
  <p:clrMapOvr>
    <a:masterClrMapping/>
  </p:clrMapOvr>
  <p:transition spd="slow">
    <p:cover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D19D1-673C-424A-86DD-9A4D2BB13341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8F6DA-506B-49CC-A41C-7C76E0B5F6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4043964"/>
      </p:ext>
    </p:extLst>
  </p:cSld>
  <p:clrMapOvr>
    <a:masterClrMapping/>
  </p:clrMapOvr>
  <p:transition spd="slow">
    <p:cover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D19D1-673C-424A-86DD-9A4D2BB13341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8F6DA-506B-49CC-A41C-7C76E0B5F6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872652"/>
      </p:ext>
    </p:extLst>
  </p:cSld>
  <p:clrMapOvr>
    <a:masterClrMapping/>
  </p:clrMapOvr>
  <p:transition spd="slow">
    <p:cover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D19D1-673C-424A-86DD-9A4D2BB13341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8F6DA-506B-49CC-A41C-7C76E0B5F6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4368098"/>
      </p:ext>
    </p:extLst>
  </p:cSld>
  <p:clrMapOvr>
    <a:masterClrMapping/>
  </p:clrMapOvr>
  <p:transition spd="slow">
    <p:cover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D19D1-673C-424A-86DD-9A4D2BB13341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8F6DA-506B-49CC-A41C-7C76E0B5F6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9856976"/>
      </p:ext>
    </p:extLst>
  </p:cSld>
  <p:clrMapOvr>
    <a:masterClrMapping/>
  </p:clrMapOvr>
  <p:transition spd="slow">
    <p:cover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D19D1-673C-424A-86DD-9A4D2BB13341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8F6DA-506B-49CC-A41C-7C76E0B5F6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6352861"/>
      </p:ext>
    </p:extLst>
  </p:cSld>
  <p:clrMapOvr>
    <a:masterClrMapping/>
  </p:clrMapOvr>
  <p:transition spd="slow">
    <p:cover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4D19D1-673C-424A-86DD-9A4D2BB13341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C8F6DA-506B-49CC-A41C-7C76E0B5F6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044625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223" r:id="rId1"/>
    <p:sldLayoutId id="2147484224" r:id="rId2"/>
    <p:sldLayoutId id="2147484225" r:id="rId3"/>
    <p:sldLayoutId id="2147484226" r:id="rId4"/>
    <p:sldLayoutId id="2147484227" r:id="rId5"/>
    <p:sldLayoutId id="2147484228" r:id="rId6"/>
    <p:sldLayoutId id="2147484229" r:id="rId7"/>
    <p:sldLayoutId id="2147484230" r:id="rId8"/>
    <p:sldLayoutId id="2147484231" r:id="rId9"/>
    <p:sldLayoutId id="2147484232" r:id="rId10"/>
    <p:sldLayoutId id="2147484233" r:id="rId11"/>
    <p:sldLayoutId id="2147484234" r:id="rId12"/>
    <p:sldLayoutId id="2147484235" r:id="rId13"/>
    <p:sldLayoutId id="2147484236" r:id="rId14"/>
    <p:sldLayoutId id="2147484237" r:id="rId15"/>
    <p:sldLayoutId id="2147484238" r:id="rId16"/>
    <p:sldLayoutId id="2147484239" r:id="rId17"/>
  </p:sldLayoutIdLst>
  <p:transition spd="slow">
    <p:cover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5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74B9BEC-C6A9-EBF4-064B-7FD0C6DD2F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1962859"/>
      </p:ext>
    </p:extLst>
  </p:cSld>
  <p:clrMapOvr>
    <a:masterClrMapping/>
  </p:clrMapOvr>
  <p:transition spd="slow">
    <p:cover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9315156-582E-BBC7-C587-E77E7517DB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8752574"/>
      </p:ext>
    </p:extLst>
  </p:cSld>
  <p:clrMapOvr>
    <a:masterClrMapping/>
  </p:clrMapOvr>
  <p:transition spd="slow">
    <p:cove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15F9D92-E8D4-31E1-092C-DBF7C3816F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7" y="0"/>
            <a:ext cx="1217094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0969249"/>
      </p:ext>
    </p:extLst>
  </p:cSld>
  <p:clrMapOvr>
    <a:masterClrMapping/>
  </p:clrMapOvr>
  <p:transition spd="slow">
    <p:cove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F949C2B-EEB3-6CC7-587F-32B37DA8B187}"/>
              </a:ext>
            </a:extLst>
          </p:cNvPr>
          <p:cNvSpPr txBox="1"/>
          <p:nvPr/>
        </p:nvSpPr>
        <p:spPr>
          <a:xfrm>
            <a:off x="2592542" y="36508"/>
            <a:ext cx="600563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 Import &amp; Overview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97FE6C-4A0D-B568-1615-906AEEABE860}"/>
              </a:ext>
            </a:extLst>
          </p:cNvPr>
          <p:cNvSpPr txBox="1"/>
          <p:nvPr/>
        </p:nvSpPr>
        <p:spPr>
          <a:xfrm>
            <a:off x="8539856" y="138171"/>
            <a:ext cx="272116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bg1"/>
                </a:solidFill>
              </a:rPr>
              <a:t>Loaded dataset using CSV.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bg1"/>
                </a:solidFill>
              </a:rPr>
              <a:t>Check missing values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bg1"/>
                </a:solidFill>
              </a:rPr>
              <a:t>Check duplicate records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bg1"/>
                </a:solidFill>
              </a:rPr>
              <a:t>Prepared the dataset for analysis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45B0525-B917-378A-1CF5-592F128BAA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0686" y="2453916"/>
            <a:ext cx="3486329" cy="103510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9EED0F0-6FBA-ED05-B294-B81B4E488A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59" y="1303557"/>
            <a:ext cx="2945628" cy="106190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82283FF-AC96-E1A1-E8BD-BEEA26440BE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7929" y="1367368"/>
            <a:ext cx="5083442" cy="450766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49DDEF0-3097-8F18-E8AC-76FC7BFF5DE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016" y="279749"/>
            <a:ext cx="2241172" cy="89681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6E1A5650-FECC-9C32-2D5B-48C37C4BE01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263" y="2492449"/>
            <a:ext cx="2296279" cy="71123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532B63CA-1A65-8D96-F95C-61282017FE8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016" y="3373006"/>
            <a:ext cx="2406774" cy="250202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16AB4B2B-4DCE-9638-187B-04D061D88BC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865" y="6044355"/>
            <a:ext cx="11692564" cy="71123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94C68BD5-8E67-8ADD-4D60-C850589A0A5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1100" y="3733718"/>
            <a:ext cx="3486329" cy="206972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BCF0FF41-1E8A-0D92-E0B9-EF74BD8831A9}"/>
              </a:ext>
            </a:extLst>
          </p:cNvPr>
          <p:cNvSpPr txBox="1"/>
          <p:nvPr/>
        </p:nvSpPr>
        <p:spPr>
          <a:xfrm>
            <a:off x="11440886" y="121186"/>
            <a:ext cx="7511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4.</a:t>
            </a:r>
          </a:p>
        </p:txBody>
      </p:sp>
    </p:spTree>
    <p:extLst>
      <p:ext uri="{BB962C8B-B14F-4D97-AF65-F5344CB8AC3E}">
        <p14:creationId xmlns:p14="http://schemas.microsoft.com/office/powerpoint/2010/main" val="301683955"/>
      </p:ext>
    </p:extLst>
  </p:cSld>
  <p:clrMapOvr>
    <a:masterClrMapping/>
  </p:clrMapOvr>
  <p:transition spd="slow">
    <p:cove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DAA2276-3868-B1E8-0CDE-3D3D026F6FC3}"/>
              </a:ext>
            </a:extLst>
          </p:cNvPr>
          <p:cNvSpPr txBox="1"/>
          <p:nvPr/>
        </p:nvSpPr>
        <p:spPr>
          <a:xfrm>
            <a:off x="8539856" y="138171"/>
            <a:ext cx="272116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bg1"/>
                </a:solidFill>
              </a:rPr>
              <a:t> Check Column Data types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Check highest and lowest incomes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Check Attrition Distribution</a:t>
            </a:r>
            <a:endParaRPr lang="en-IN" b="1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b="1" dirty="0">
              <a:solidFill>
                <a:schemeClr val="bg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AD3E67F-C85B-E15E-0207-BEBFD89794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13" y="138171"/>
            <a:ext cx="3676839" cy="311166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B2DF72E-AB68-29C4-27A8-62416F9681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514" y="3331028"/>
            <a:ext cx="3907972" cy="352697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AF1706C-E47A-0408-D1F0-18143241076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5495" y="2695545"/>
            <a:ext cx="4444991" cy="342222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29C7A81-5625-4B08-1AB2-ED2D0C9EFAB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4095" y="573067"/>
            <a:ext cx="3581400" cy="319285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90C2BDE3-1816-7E32-1668-73D6495E5FA9}"/>
              </a:ext>
            </a:extLst>
          </p:cNvPr>
          <p:cNvSpPr txBox="1"/>
          <p:nvPr/>
        </p:nvSpPr>
        <p:spPr>
          <a:xfrm>
            <a:off x="11440886" y="121186"/>
            <a:ext cx="7511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5.</a:t>
            </a:r>
          </a:p>
        </p:txBody>
      </p:sp>
    </p:spTree>
    <p:extLst>
      <p:ext uri="{BB962C8B-B14F-4D97-AF65-F5344CB8AC3E}">
        <p14:creationId xmlns:p14="http://schemas.microsoft.com/office/powerpoint/2010/main" val="642274799"/>
      </p:ext>
    </p:extLst>
  </p:cSld>
  <p:clrMapOvr>
    <a:masterClrMapping/>
  </p:clrMapOvr>
  <p:transition spd="slow">
    <p:cov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8558740-1C58-449F-EE33-B07EEF1FFA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895" y="1573776"/>
            <a:ext cx="3014037" cy="440102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CBBE6FA-53AD-BA1B-6920-3478CB7ED1B5}"/>
              </a:ext>
            </a:extLst>
          </p:cNvPr>
          <p:cNvSpPr txBox="1"/>
          <p:nvPr/>
        </p:nvSpPr>
        <p:spPr>
          <a:xfrm>
            <a:off x="2949087" y="0"/>
            <a:ext cx="600563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Statistical Analysis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C1C9892-EB8A-771A-FFD6-B2F3C4CDC9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5773" y="4278086"/>
            <a:ext cx="2113332" cy="214312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5B48099-DC34-E51A-52C7-5A2B39FF642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1028" y="1573776"/>
            <a:ext cx="4216931" cy="455953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0404267-6E5D-8516-7EC0-D4DE62B0BCF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4592" y="1848971"/>
            <a:ext cx="2221181" cy="457223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D3C1F43B-8640-CF67-86F1-422A8881B917}"/>
              </a:ext>
            </a:extLst>
          </p:cNvPr>
          <p:cNvSpPr txBox="1"/>
          <p:nvPr/>
        </p:nvSpPr>
        <p:spPr>
          <a:xfrm>
            <a:off x="11440886" y="121186"/>
            <a:ext cx="7511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6.</a:t>
            </a:r>
          </a:p>
        </p:txBody>
      </p:sp>
    </p:spTree>
    <p:extLst>
      <p:ext uri="{BB962C8B-B14F-4D97-AF65-F5344CB8AC3E}">
        <p14:creationId xmlns:p14="http://schemas.microsoft.com/office/powerpoint/2010/main" val="4222391902"/>
      </p:ext>
    </p:extLst>
  </p:cSld>
  <p:clrMapOvr>
    <a:masterClrMapping/>
  </p:clrMapOvr>
  <p:transition spd="slow">
    <p:cover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1B3B43C-EAF0-64B9-13B7-7D97B31B9D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809" y="1418140"/>
            <a:ext cx="2539616" cy="468874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7E843B0-BFC3-FD62-DCE8-75BBBE1C206A}"/>
              </a:ext>
            </a:extLst>
          </p:cNvPr>
          <p:cNvSpPr txBox="1"/>
          <p:nvPr/>
        </p:nvSpPr>
        <p:spPr>
          <a:xfrm>
            <a:off x="11440886" y="121186"/>
            <a:ext cx="7511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7.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AF89931-DD2F-3F9E-1F91-1D470666E2D0}"/>
              </a:ext>
            </a:extLst>
          </p:cNvPr>
          <p:cNvSpPr txBox="1"/>
          <p:nvPr/>
        </p:nvSpPr>
        <p:spPr>
          <a:xfrm>
            <a:off x="2949087" y="0"/>
            <a:ext cx="758828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Analyse Categorical Columns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A089443-FE03-3C9C-3CDF-E1AD211FFB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0761" y="834755"/>
            <a:ext cx="6405511" cy="366104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406227A-4D75-85F7-5956-2E620FCD7F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0762" y="4561114"/>
            <a:ext cx="6405511" cy="223531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0C6200E7-B2F2-7E1B-613D-4BB232ACBF7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3506" y="919481"/>
            <a:ext cx="2799093" cy="5696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1251426"/>
      </p:ext>
    </p:extLst>
  </p:cSld>
  <p:clrMapOvr>
    <a:masterClrMapping/>
  </p:clrMapOvr>
  <p:transition spd="slow">
    <p:cover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DB0BA36-FEDC-3E76-F0A8-164A6E1388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5103184"/>
      </p:ext>
    </p:extLst>
  </p:cSld>
  <p:clrMapOvr>
    <a:masterClrMapping/>
  </p:clrMapOvr>
  <p:transition spd="slow">
    <p:cover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4A83E3D-EC99-81F5-0880-0EC01CBAF8D9}"/>
              </a:ext>
            </a:extLst>
          </p:cNvPr>
          <p:cNvSpPr txBox="1"/>
          <p:nvPr/>
        </p:nvSpPr>
        <p:spPr>
          <a:xfrm>
            <a:off x="1328058" y="0"/>
            <a:ext cx="104176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Employee Attrition Distribution(Pie Chart)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4A1B63-C67F-6080-8196-37EB1CF21F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4864" y="949197"/>
            <a:ext cx="4749449" cy="347308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E4C9ABD-D199-F49F-1E0C-8CBC7E4F61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7659" y="872997"/>
            <a:ext cx="3968954" cy="417851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0DF0279-C37A-6949-2710-9725AD8FBD57}"/>
              </a:ext>
            </a:extLst>
          </p:cNvPr>
          <p:cNvSpPr txBox="1"/>
          <p:nvPr/>
        </p:nvSpPr>
        <p:spPr>
          <a:xfrm>
            <a:off x="964498" y="5138617"/>
            <a:ext cx="5131502" cy="138499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</a:rPr>
              <a:t>Business Insight: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bg1"/>
                </a:solidFill>
              </a:rPr>
              <a:t>The proportion of Employees living is high, HR should investigate the reasons behind attrition and improve retention strategies.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8F69452-687E-5BC4-37FD-222230A498BA}"/>
              </a:ext>
            </a:extLst>
          </p:cNvPr>
          <p:cNvSpPr txBox="1"/>
          <p:nvPr/>
        </p:nvSpPr>
        <p:spPr>
          <a:xfrm>
            <a:off x="6400800" y="5050972"/>
            <a:ext cx="5486399" cy="150810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bg1"/>
                </a:solidFill>
              </a:rPr>
              <a:t>Observations: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>
                <a:solidFill>
                  <a:schemeClr val="bg1"/>
                </a:solidFill>
              </a:rPr>
              <a:t>The chart shows the percentage of employees who stayed and those who left.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>
                <a:solidFill>
                  <a:schemeClr val="bg1"/>
                </a:solidFill>
              </a:rPr>
              <a:t>It provides a quick overview of the organization’s attrition level.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465270A-F5CC-BD8C-994D-6691BA22010C}"/>
              </a:ext>
            </a:extLst>
          </p:cNvPr>
          <p:cNvSpPr txBox="1"/>
          <p:nvPr/>
        </p:nvSpPr>
        <p:spPr>
          <a:xfrm>
            <a:off x="11462657" y="121186"/>
            <a:ext cx="7293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9.</a:t>
            </a:r>
          </a:p>
        </p:txBody>
      </p:sp>
    </p:spTree>
    <p:extLst>
      <p:ext uri="{BB962C8B-B14F-4D97-AF65-F5344CB8AC3E}">
        <p14:creationId xmlns:p14="http://schemas.microsoft.com/office/powerpoint/2010/main" val="1179204548"/>
      </p:ext>
    </p:extLst>
  </p:cSld>
  <p:clrMapOvr>
    <a:masterClrMapping/>
  </p:clrMapOvr>
  <p:transition spd="slow">
    <p:cover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1762912-AB74-037F-98D4-D929E07291E8}"/>
              </a:ext>
            </a:extLst>
          </p:cNvPr>
          <p:cNvSpPr txBox="1"/>
          <p:nvPr/>
        </p:nvSpPr>
        <p:spPr>
          <a:xfrm>
            <a:off x="11451771" y="121186"/>
            <a:ext cx="7402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10.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59D484-AD68-51C9-3A3E-47C6B0A4E824}"/>
              </a:ext>
            </a:extLst>
          </p:cNvPr>
          <p:cNvSpPr txBox="1"/>
          <p:nvPr/>
        </p:nvSpPr>
        <p:spPr>
          <a:xfrm>
            <a:off x="1328058" y="0"/>
            <a:ext cx="104176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Employee Count by Job Role (Bar Chart)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80AEDD5-EDF9-DD35-722F-138E84C099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572" y="700195"/>
            <a:ext cx="5236028" cy="433989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B93C32F-0E2E-90E2-8303-05DCEADF83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4115" y="863480"/>
            <a:ext cx="6316641" cy="417660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5D401DC-DFEA-6EFF-4F1F-1CC6ABE71D80}"/>
              </a:ext>
            </a:extLst>
          </p:cNvPr>
          <p:cNvSpPr txBox="1"/>
          <p:nvPr/>
        </p:nvSpPr>
        <p:spPr>
          <a:xfrm>
            <a:off x="431098" y="5302701"/>
            <a:ext cx="5131502" cy="138499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</a:rPr>
              <a:t>Business Insight: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bg1"/>
                </a:solidFill>
              </a:rPr>
              <a:t>HR can Use this information for Workforce planning, recruitment, and resource allocation.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01A20E7-B218-B743-B639-1D59739C851D}"/>
              </a:ext>
            </a:extLst>
          </p:cNvPr>
          <p:cNvSpPr txBox="1"/>
          <p:nvPr/>
        </p:nvSpPr>
        <p:spPr>
          <a:xfrm>
            <a:off x="6259287" y="5302022"/>
            <a:ext cx="5486399" cy="1231106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bg1"/>
                </a:solidFill>
              </a:rPr>
              <a:t>Observations: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>
                <a:solidFill>
                  <a:schemeClr val="bg1"/>
                </a:solidFill>
              </a:rPr>
              <a:t>Employee numbers vary across different job roles.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>
                <a:solidFill>
                  <a:schemeClr val="bg1"/>
                </a:solidFill>
              </a:rPr>
              <a:t>Some roles have significantly more employees than others.</a:t>
            </a:r>
          </a:p>
        </p:txBody>
      </p:sp>
    </p:spTree>
    <p:extLst>
      <p:ext uri="{BB962C8B-B14F-4D97-AF65-F5344CB8AC3E}">
        <p14:creationId xmlns:p14="http://schemas.microsoft.com/office/powerpoint/2010/main" val="409808811"/>
      </p:ext>
    </p:extLst>
  </p:cSld>
  <p:clrMapOvr>
    <a:masterClrMapping/>
  </p:clrMapOvr>
  <p:transition spd="slow">
    <p:cover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E24E988-C524-FC29-3F1D-6FD7446DFEDF}"/>
              </a:ext>
            </a:extLst>
          </p:cNvPr>
          <p:cNvSpPr txBox="1"/>
          <p:nvPr/>
        </p:nvSpPr>
        <p:spPr>
          <a:xfrm>
            <a:off x="5110443" y="0"/>
            <a:ext cx="597252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Attrition by Job Role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E15D5D-24BA-555F-6513-B405F3D5D1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471" y="80403"/>
            <a:ext cx="4973972" cy="42412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F231DDA-20EE-FCA5-BF16-13AE872877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471" y="4321630"/>
            <a:ext cx="4973972" cy="245596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6062D50-DF3B-A26C-6179-AB881FE0006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6913" y="903514"/>
            <a:ext cx="6808616" cy="401549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8AFABDF-7E1E-8FB9-E0BD-ED7D15833A9F}"/>
              </a:ext>
            </a:extLst>
          </p:cNvPr>
          <p:cNvSpPr txBox="1"/>
          <p:nvPr/>
        </p:nvSpPr>
        <p:spPr>
          <a:xfrm>
            <a:off x="11451771" y="121186"/>
            <a:ext cx="7402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11.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58D76D6-C089-CD64-521B-711DEF305537}"/>
              </a:ext>
            </a:extLst>
          </p:cNvPr>
          <p:cNvSpPr txBox="1"/>
          <p:nvPr/>
        </p:nvSpPr>
        <p:spPr>
          <a:xfrm>
            <a:off x="5548792" y="5044043"/>
            <a:ext cx="6204858" cy="1692771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</a:rPr>
              <a:t>Business Insight: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bg1"/>
                </a:solidFill>
              </a:rPr>
              <a:t>Technology has the highest employee attrition.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bg1"/>
                </a:solidFill>
              </a:rPr>
              <a:t>Healthcare and Education need better retention strategies.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bg1"/>
                </a:solidFill>
              </a:rPr>
              <a:t>Finance shows the strongest employee retention.</a:t>
            </a:r>
            <a:endParaRPr lang="en-IN" sz="2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146705"/>
      </p:ext>
    </p:extLst>
  </p:cSld>
  <p:clrMapOvr>
    <a:masterClrMapping/>
  </p:clrMapOvr>
  <p:transition spd="slow">
    <p:cover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224C2FC-83FC-3795-8940-CC661456D14E}"/>
              </a:ext>
            </a:extLst>
          </p:cNvPr>
          <p:cNvSpPr txBox="1"/>
          <p:nvPr/>
        </p:nvSpPr>
        <p:spPr>
          <a:xfrm>
            <a:off x="4484914" y="0"/>
            <a:ext cx="699466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Average Promotion by Job Role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399360-6FEB-4957-7BA9-854CEE947D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87" y="89235"/>
            <a:ext cx="4386127" cy="438479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8BFC8B9-8639-C244-3B52-556421D622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87" y="4474030"/>
            <a:ext cx="4386126" cy="229473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05F767D-F8BB-84E8-74AC-86A77F9ED6B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6575" y="1130181"/>
            <a:ext cx="7386637" cy="409181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65B5561-5842-EEE8-7FDE-FED5C74007B1}"/>
              </a:ext>
            </a:extLst>
          </p:cNvPr>
          <p:cNvSpPr txBox="1"/>
          <p:nvPr/>
        </p:nvSpPr>
        <p:spPr>
          <a:xfrm>
            <a:off x="4706575" y="5383771"/>
            <a:ext cx="7191642" cy="138499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</a:rPr>
              <a:t>Business Insight: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bg1"/>
                </a:solidFill>
              </a:rPr>
              <a:t>Finance has the highest average promotions.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bg1"/>
                </a:solidFill>
              </a:rPr>
              <a:t>Media has the lowest average promotions.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bg1"/>
                </a:solidFill>
              </a:rPr>
              <a:t>Promotion opportunities are fairly similar across all job roles.</a:t>
            </a:r>
            <a:endParaRPr lang="en-IN" sz="2000" b="1" dirty="0">
              <a:solidFill>
                <a:schemeClr val="bg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94DFE35-BC3B-8184-2B2B-A76E681585D1}"/>
              </a:ext>
            </a:extLst>
          </p:cNvPr>
          <p:cNvSpPr txBox="1"/>
          <p:nvPr/>
        </p:nvSpPr>
        <p:spPr>
          <a:xfrm>
            <a:off x="11451771" y="121186"/>
            <a:ext cx="7402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12.</a:t>
            </a:r>
          </a:p>
        </p:txBody>
      </p:sp>
    </p:spTree>
    <p:extLst>
      <p:ext uri="{BB962C8B-B14F-4D97-AF65-F5344CB8AC3E}">
        <p14:creationId xmlns:p14="http://schemas.microsoft.com/office/powerpoint/2010/main" val="3087779916"/>
      </p:ext>
    </p:extLst>
  </p:cSld>
  <p:clrMapOvr>
    <a:masterClrMapping/>
  </p:clrMapOvr>
  <p:transition spd="slow">
    <p:cover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A2E7D3C-1BB7-8089-731C-3A3A6E23DACE}"/>
              </a:ext>
            </a:extLst>
          </p:cNvPr>
          <p:cNvSpPr txBox="1"/>
          <p:nvPr/>
        </p:nvSpPr>
        <p:spPr>
          <a:xfrm>
            <a:off x="4484914" y="0"/>
            <a:ext cx="771738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Attrition by Job Satisfaction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DD47FE-4582-F96A-2DF7-032DF066DD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011" y="80163"/>
            <a:ext cx="4804759" cy="462938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D948082-8DBF-78F9-2DD9-9B428EFD8C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011" y="4709551"/>
            <a:ext cx="4804759" cy="206828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AA4E845-A552-ED80-E7B6-BF91D16FC59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4808" y="769441"/>
            <a:ext cx="6917181" cy="397514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0E439A7-6A99-D09C-3373-E5476D7CC549}"/>
              </a:ext>
            </a:extLst>
          </p:cNvPr>
          <p:cNvSpPr txBox="1"/>
          <p:nvPr/>
        </p:nvSpPr>
        <p:spPr>
          <a:xfrm>
            <a:off x="5274566" y="4869622"/>
            <a:ext cx="6747423" cy="190821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400" b="1">
                <a:solidFill>
                  <a:schemeClr val="bg1"/>
                </a:solidFill>
              </a:defRPr>
            </a:lvl1pPr>
            <a:lvl3pPr marL="1257300" lvl="2" indent="-342900">
              <a:buFont typeface="Wingdings" panose="05000000000000000000" pitchFamily="2" charset="2"/>
              <a:buChar char="Ø"/>
              <a:defRPr sz="2400" b="1">
                <a:solidFill>
                  <a:schemeClr val="bg1"/>
                </a:solidFill>
              </a:defRPr>
            </a:lvl3pPr>
          </a:lstStyle>
          <a:p>
            <a:r>
              <a:rPr lang="en-IN" dirty="0"/>
              <a:t>Business Insight: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Employees with High job satisfaction show the highest attrition count.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bg1"/>
                </a:solidFill>
              </a:rPr>
              <a:t>Low job satisfaction has the fewest employee exits.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bg1"/>
                </a:solidFill>
              </a:rPr>
              <a:t>HR should analyze why employees with High satisfaction are still leaving and strengthen retention strategies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DB35987-2D24-7F5D-E52B-225E0A2179E9}"/>
              </a:ext>
            </a:extLst>
          </p:cNvPr>
          <p:cNvSpPr txBox="1"/>
          <p:nvPr/>
        </p:nvSpPr>
        <p:spPr>
          <a:xfrm>
            <a:off x="11451771" y="121186"/>
            <a:ext cx="7402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13.</a:t>
            </a:r>
          </a:p>
        </p:txBody>
      </p:sp>
    </p:spTree>
    <p:extLst>
      <p:ext uri="{BB962C8B-B14F-4D97-AF65-F5344CB8AC3E}">
        <p14:creationId xmlns:p14="http://schemas.microsoft.com/office/powerpoint/2010/main" val="4273824530"/>
      </p:ext>
    </p:extLst>
  </p:cSld>
  <p:clrMapOvr>
    <a:masterClrMapping/>
  </p:clrMapOvr>
  <p:transition spd="slow">
    <p:cover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2763C9A-DCFB-22DE-898C-EF9EC58ACAAB}"/>
              </a:ext>
            </a:extLst>
          </p:cNvPr>
          <p:cNvSpPr txBox="1"/>
          <p:nvPr/>
        </p:nvSpPr>
        <p:spPr>
          <a:xfrm>
            <a:off x="4261410" y="90938"/>
            <a:ext cx="7151323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Count of Employee ID by work life balance &amp; Attrition</a:t>
            </a:r>
            <a:endParaRPr lang="en-IN" sz="44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C98A73-4008-D8C9-9184-807E1A784A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449" y="128703"/>
            <a:ext cx="4095961" cy="495492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70398DF-BF03-A3E0-8555-3814789B0B9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450" y="5083630"/>
            <a:ext cx="4095961" cy="164566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572AA97-3DAA-B316-C2DF-2C95D214A57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1788" y="1537488"/>
            <a:ext cx="7634762" cy="386077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3FB90CD-4EB0-70BD-3AA1-9DB725BD4851}"/>
              </a:ext>
            </a:extLst>
          </p:cNvPr>
          <p:cNvSpPr txBox="1"/>
          <p:nvPr/>
        </p:nvSpPr>
        <p:spPr>
          <a:xfrm>
            <a:off x="11451771" y="121186"/>
            <a:ext cx="7402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14.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B8BB95C-9B81-DD90-143E-D1261D2DE06F}"/>
              </a:ext>
            </a:extLst>
          </p:cNvPr>
          <p:cNvSpPr txBox="1"/>
          <p:nvPr/>
        </p:nvSpPr>
        <p:spPr>
          <a:xfrm>
            <a:off x="4391789" y="5398265"/>
            <a:ext cx="7765138" cy="1415772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</a:rPr>
              <a:t>Business Insight: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</a:rPr>
              <a:t>Employees with Good work-life balance have the highest retention.</a:t>
            </a:r>
          </a:p>
          <a:p>
            <a:pPr marL="1257300" lvl="2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chemeClr val="bg1"/>
                </a:solidFill>
              </a:rPr>
              <a:t> </a:t>
            </a:r>
            <a:r>
              <a:rPr lang="en-US" b="1" dirty="0">
                <a:solidFill>
                  <a:schemeClr val="bg1"/>
                </a:solidFill>
              </a:rPr>
              <a:t>Attrition is highest among employees with Fair work-life balance.</a:t>
            </a:r>
          </a:p>
          <a:p>
            <a:pPr marL="1257300" lvl="2" indent="-34290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bg1"/>
                </a:solidFill>
              </a:rPr>
              <a:t> Improving work-life balance may help reduce employee turnover</a:t>
            </a:r>
            <a:endParaRPr lang="en-IN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1532781"/>
      </p:ext>
    </p:extLst>
  </p:cSld>
  <p:clrMapOvr>
    <a:masterClrMapping/>
  </p:clrMapOvr>
  <p:transition spd="slow">
    <p:cover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42D2E5E-351F-7C14-9481-175D6AF89D18}"/>
              </a:ext>
            </a:extLst>
          </p:cNvPr>
          <p:cNvSpPr txBox="1"/>
          <p:nvPr/>
        </p:nvSpPr>
        <p:spPr>
          <a:xfrm>
            <a:off x="4261410" y="90938"/>
            <a:ext cx="80938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Attrition By Over Time (pie Chart)</a:t>
            </a:r>
            <a:endParaRPr lang="en-IN" sz="40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98E7522-0E21-09B5-35FB-E27304C054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071" y="90938"/>
            <a:ext cx="4485472" cy="40891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ACF530C-4C80-971D-D0CA-D14F361FA9F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071" y="4180114"/>
            <a:ext cx="4485472" cy="258694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C8B41B7-D6EF-D3E1-A5E9-FDAEFA287C9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2687" y="798825"/>
            <a:ext cx="7151322" cy="392741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FFBF2BE-B71A-5ABE-2613-025B58C2F7FA}"/>
              </a:ext>
            </a:extLst>
          </p:cNvPr>
          <p:cNvSpPr txBox="1"/>
          <p:nvPr/>
        </p:nvSpPr>
        <p:spPr>
          <a:xfrm>
            <a:off x="4732687" y="4766514"/>
            <a:ext cx="7242648" cy="200054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</a:rPr>
              <a:t>Business Insight: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bg1"/>
                </a:solidFill>
              </a:rPr>
              <a:t> Employees with No Overtime have the highest retention.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bg1"/>
                </a:solidFill>
              </a:rPr>
              <a:t>Employees working Overtime show a higher proportion of attrition.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bg1"/>
                </a:solidFill>
              </a:rPr>
              <a:t>Reducing excessive overtime may help improve employee retention.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48884B8-3888-7804-AC4F-C672025BA2A6}"/>
              </a:ext>
            </a:extLst>
          </p:cNvPr>
          <p:cNvSpPr txBox="1"/>
          <p:nvPr/>
        </p:nvSpPr>
        <p:spPr>
          <a:xfrm>
            <a:off x="11513895" y="-78339"/>
            <a:ext cx="7402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15.</a:t>
            </a:r>
          </a:p>
        </p:txBody>
      </p:sp>
    </p:spTree>
    <p:extLst>
      <p:ext uri="{BB962C8B-B14F-4D97-AF65-F5344CB8AC3E}">
        <p14:creationId xmlns:p14="http://schemas.microsoft.com/office/powerpoint/2010/main" val="3444751070"/>
      </p:ext>
    </p:extLst>
  </p:cSld>
  <p:clrMapOvr>
    <a:masterClrMapping/>
  </p:clrMapOvr>
  <p:transition spd="slow">
    <p:cover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D1AC818-9346-8332-4E80-616E01504308}"/>
              </a:ext>
            </a:extLst>
          </p:cNvPr>
          <p:cNvSpPr txBox="1"/>
          <p:nvPr/>
        </p:nvSpPr>
        <p:spPr>
          <a:xfrm>
            <a:off x="4261410" y="90938"/>
            <a:ext cx="80938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Employee Recognition by Attrition</a:t>
            </a:r>
            <a:endParaRPr lang="en-IN" sz="40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37BD822-0D8A-DD0D-2088-9F8A93CFD6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5" y="90937"/>
            <a:ext cx="4610662" cy="391500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3E9C2E8-F75C-2CF6-9036-64784ECC38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5" y="4005942"/>
            <a:ext cx="4610662" cy="276112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F6BC9F0-C734-5E2F-B4A9-085653ED527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3166" y="798824"/>
            <a:ext cx="7177906" cy="351978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CEBA84E-7D5F-BB20-B70D-655BEBEF9C4B}"/>
              </a:ext>
            </a:extLst>
          </p:cNvPr>
          <p:cNvSpPr txBox="1"/>
          <p:nvPr/>
        </p:nvSpPr>
        <p:spPr>
          <a:xfrm>
            <a:off x="11580958" y="-64520"/>
            <a:ext cx="7402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16.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82377B4-1FBC-1543-67D3-AAAC898B6E43}"/>
              </a:ext>
            </a:extLst>
          </p:cNvPr>
          <p:cNvSpPr txBox="1"/>
          <p:nvPr/>
        </p:nvSpPr>
        <p:spPr>
          <a:xfrm>
            <a:off x="4773165" y="4373705"/>
            <a:ext cx="7348639" cy="230832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</a:rPr>
              <a:t>Business Insight: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bg1"/>
                </a:solidFill>
              </a:rPr>
              <a:t>Employees with Low recognition have the highest attrition, showing recognition may influence retention.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bg1"/>
                </a:solidFill>
              </a:rPr>
              <a:t>High and Very High recognition groups have fewer employees leaving than lower recognition groups.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bg1"/>
                </a:solidFill>
              </a:rPr>
              <a:t>Improving employee recognition programs could help increase retention and reduce attrition.</a:t>
            </a:r>
            <a:endParaRPr lang="en-IN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7008592"/>
      </p:ext>
    </p:extLst>
  </p:cSld>
  <p:clrMapOvr>
    <a:masterClrMapping/>
  </p:clrMapOvr>
  <p:transition spd="slow">
    <p:cover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9B223EF-4F45-96B4-9DEE-A9F29572A105}"/>
              </a:ext>
            </a:extLst>
          </p:cNvPr>
          <p:cNvSpPr txBox="1"/>
          <p:nvPr/>
        </p:nvSpPr>
        <p:spPr>
          <a:xfrm>
            <a:off x="4093029" y="90938"/>
            <a:ext cx="82622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Average Monthly Income by Job Role</a:t>
            </a:r>
            <a:endParaRPr lang="en-IN" sz="40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B58D43E-4CE6-D92B-7D4A-3C76A93399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46" y="274069"/>
            <a:ext cx="4138497" cy="630986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7635A48-FB75-6EBA-F77E-28B6337802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3508" y="798825"/>
            <a:ext cx="7652446" cy="375085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27FF4B7-9815-B292-A189-BA8D03ED1E32}"/>
              </a:ext>
            </a:extLst>
          </p:cNvPr>
          <p:cNvSpPr txBox="1"/>
          <p:nvPr/>
        </p:nvSpPr>
        <p:spPr>
          <a:xfrm>
            <a:off x="4234542" y="4549676"/>
            <a:ext cx="7957457" cy="230832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</a:rPr>
              <a:t>Business Insight: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bg1"/>
                </a:solidFill>
              </a:rPr>
              <a:t>Technology has the highest average monthly income, while Education has the lowest.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bg1"/>
                </a:solidFill>
              </a:rPr>
              <a:t>Higher-paying job roles may require specialized skills and greater responsibilities.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bg1"/>
                </a:solidFill>
              </a:rPr>
              <a:t>Review salary structures in lower-paying roles to maintain fair compensation and improve retention.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6E4DAF1-FD58-FC46-4D0F-4DF3434C6822}"/>
              </a:ext>
            </a:extLst>
          </p:cNvPr>
          <p:cNvSpPr txBox="1"/>
          <p:nvPr/>
        </p:nvSpPr>
        <p:spPr>
          <a:xfrm>
            <a:off x="11580958" y="-64520"/>
            <a:ext cx="7402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17.</a:t>
            </a:r>
          </a:p>
        </p:txBody>
      </p:sp>
    </p:spTree>
    <p:extLst>
      <p:ext uri="{BB962C8B-B14F-4D97-AF65-F5344CB8AC3E}">
        <p14:creationId xmlns:p14="http://schemas.microsoft.com/office/powerpoint/2010/main" val="3319067821"/>
      </p:ext>
    </p:extLst>
  </p:cSld>
  <p:clrMapOvr>
    <a:masterClrMapping/>
  </p:clrMapOvr>
  <p:transition spd="slow">
    <p:cover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32A29DC-C709-2550-59BE-4A6A08CFD919}"/>
              </a:ext>
            </a:extLst>
          </p:cNvPr>
          <p:cNvSpPr txBox="1"/>
          <p:nvPr/>
        </p:nvSpPr>
        <p:spPr>
          <a:xfrm>
            <a:off x="1328058" y="0"/>
            <a:ext cx="104176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Monthly Income Analysis (Box Plot)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D526E25-38FF-9C9E-C43A-E57C7E9999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7873" y="890627"/>
            <a:ext cx="5524784" cy="358340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6984CC5-6C5A-7C2B-EE30-0B2EBEE781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9267" y="890627"/>
            <a:ext cx="4522189" cy="373841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2E31E52-D320-B40F-0FA5-9CBF49472DC2}"/>
              </a:ext>
            </a:extLst>
          </p:cNvPr>
          <p:cNvSpPr txBox="1"/>
          <p:nvPr/>
        </p:nvSpPr>
        <p:spPr>
          <a:xfrm>
            <a:off x="6400800" y="5050972"/>
            <a:ext cx="5486399" cy="150810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bg1"/>
                </a:solidFill>
              </a:rPr>
              <a:t>Observations: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>
                <a:solidFill>
                  <a:schemeClr val="bg1"/>
                </a:solidFill>
              </a:rPr>
              <a:t>The chart shows the percentage of employees who stayed and those who left.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>
                <a:solidFill>
                  <a:schemeClr val="bg1"/>
                </a:solidFill>
              </a:rPr>
              <a:t>It provides a quick overview of the organization’s attrition level.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4B93EC2-89C6-50C5-AAC2-4EC6CA6F6846}"/>
              </a:ext>
            </a:extLst>
          </p:cNvPr>
          <p:cNvSpPr txBox="1"/>
          <p:nvPr/>
        </p:nvSpPr>
        <p:spPr>
          <a:xfrm>
            <a:off x="964498" y="4958638"/>
            <a:ext cx="5131502" cy="1692771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</a:rPr>
              <a:t>Business Insight: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bg1"/>
                </a:solidFill>
              </a:rPr>
              <a:t>Higher Salaries like belong to senior or specialized roles.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bg1"/>
                </a:solidFill>
              </a:rPr>
              <a:t>HR can analyse Whether compensation aligns with job level and  experience.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955805-B444-366E-2F5C-9C6242DF75F9}"/>
              </a:ext>
            </a:extLst>
          </p:cNvPr>
          <p:cNvSpPr txBox="1"/>
          <p:nvPr/>
        </p:nvSpPr>
        <p:spPr>
          <a:xfrm>
            <a:off x="11462657" y="45204"/>
            <a:ext cx="7402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18.</a:t>
            </a:r>
          </a:p>
        </p:txBody>
      </p:sp>
    </p:spTree>
    <p:extLst>
      <p:ext uri="{BB962C8B-B14F-4D97-AF65-F5344CB8AC3E}">
        <p14:creationId xmlns:p14="http://schemas.microsoft.com/office/powerpoint/2010/main" val="2548111119"/>
      </p:ext>
    </p:extLst>
  </p:cSld>
  <p:clrMapOvr>
    <a:masterClrMapping/>
  </p:clrMapOvr>
  <p:transition spd="slow">
    <p:cover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FC51B9A-A474-B446-44A9-27F0B630AB16}"/>
              </a:ext>
            </a:extLst>
          </p:cNvPr>
          <p:cNvSpPr txBox="1"/>
          <p:nvPr/>
        </p:nvSpPr>
        <p:spPr>
          <a:xfrm>
            <a:off x="3614057" y="44241"/>
            <a:ext cx="84473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36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Age Distribution of Employees (Histogram)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EBE552C-C2FB-3907-C45F-80DEB9922743}"/>
              </a:ext>
            </a:extLst>
          </p:cNvPr>
          <p:cNvSpPr txBox="1"/>
          <p:nvPr/>
        </p:nvSpPr>
        <p:spPr>
          <a:xfrm>
            <a:off x="11666863" y="-147637"/>
            <a:ext cx="6993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19.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AD3CD7B-FAD9-FD43-9133-6B0301E5E7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3973"/>
            <a:ext cx="3844108" cy="450191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1432B35-3818-779B-5EAC-E270916732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615887"/>
            <a:ext cx="3844108" cy="224211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EBE518C-28DD-91E1-B1C1-26BD1B6C759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9123" y="690572"/>
            <a:ext cx="8062247" cy="371617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60E98CB-E351-0FC1-02FF-37DE6C1B62C8}"/>
              </a:ext>
            </a:extLst>
          </p:cNvPr>
          <p:cNvSpPr txBox="1"/>
          <p:nvPr/>
        </p:nvSpPr>
        <p:spPr>
          <a:xfrm>
            <a:off x="3844108" y="4505435"/>
            <a:ext cx="8347891" cy="230832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</a:rPr>
              <a:t>Business Insight: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bg1"/>
                </a:solidFill>
              </a:rPr>
              <a:t>Most employees are concentrated between 18–58 years, showing a balanced workforce across age groups.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bg1"/>
                </a:solidFill>
              </a:rPr>
              <a:t>Employee count drops sharply in the 58–63 age group, indicating fewer employees close to retirement.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bg1"/>
                </a:solidFill>
              </a:rPr>
              <a:t>The company should focus on career development and succession planning to maintain a balanced age distribution.</a:t>
            </a:r>
            <a:endParaRPr lang="en-IN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6918503"/>
      </p:ext>
    </p:extLst>
  </p:cSld>
  <p:clrMapOvr>
    <a:masterClrMapping/>
  </p:clrMapOvr>
  <p:transition spd="slow">
    <p:cover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96D6807-4298-641F-1569-B78D8D0492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9104012"/>
      </p:ext>
    </p:extLst>
  </p:cSld>
  <p:clrMapOvr>
    <a:masterClrMapping/>
  </p:clrMapOvr>
  <p:transition spd="slow">
    <p:cover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F7FCD32-DCDA-C3FB-89B3-2AF90B821A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3306997"/>
      </p:ext>
    </p:extLst>
  </p:cSld>
  <p:clrMapOvr>
    <a:masterClrMapping/>
  </p:clrMapOvr>
  <p:transition spd="slow">
    <p:cover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692</TotalTime>
  <Words>579</Words>
  <Application>Microsoft Office PowerPoint</Application>
  <PresentationFormat>Widescreen</PresentationFormat>
  <Paragraphs>86</Paragraphs>
  <Slides>21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Tw Cen MT</vt:lpstr>
      <vt:lpstr>Wingdings</vt:lpstr>
      <vt:lpstr>Circuit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rittika maity</dc:creator>
  <cp:lastModifiedBy>rittika maity</cp:lastModifiedBy>
  <cp:revision>1</cp:revision>
  <dcterms:created xsi:type="dcterms:W3CDTF">2026-07-10T17:17:40Z</dcterms:created>
  <dcterms:modified xsi:type="dcterms:W3CDTF">2026-07-18T08:33:37Z</dcterms:modified>
</cp:coreProperties>
</file>